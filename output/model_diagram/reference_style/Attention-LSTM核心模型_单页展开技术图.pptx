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theme/theme1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2" Type="http://schemas.openxmlformats.org/package/2006/relationships/metadata/core-properties" Target="docProps/core.xml" /><ns0:Relationship Id="rId3" Type="http://schemas.openxmlformats.org/officeDocument/2006/relationships/extended-properties" Target="docProps/app.xml" /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8288000" cy="10287000" type="custom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>
  <p:cSld name="特征门控Attention–LSTM空中核心模型内部技术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特征门控Attention–LSTM空中核心模型内部技术图"/>
          <p:cNvSpPr/>
          <p:nvPr/>
        </p:nvSpPr>
        <p:spPr>
          <a:xfrm>
            <a:off x="502920" y="201168"/>
            <a:ext cx="17282160" cy="4389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5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特征门控Attention–LSTM空中核心模型内部技术图</a:t>
            </a:r>
            <a:endParaRPr lang="zh-CN" sz="2500"/>
          </a:p>
        </p:txBody>
      </p:sp>
      <p:sp>
        <p:nvSpPr>
          <p:cNvPr id="3" name="特征维动态加权 → 20步时间递推 → 记忆状态更新 → 未来1 s碰撞风险与特"/>
          <p:cNvSpPr/>
          <p:nvPr/>
        </p:nvSpPr>
        <p:spPr>
          <a:xfrm>
            <a:off x="502920" y="722376"/>
            <a:ext cx="17282160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特征维动态加权 → 20步时间递推 → 记忆状态更新 → 未来1 s碰撞风险与特征解释输出</a:t>
            </a:r>
            <a:endParaRPr lang="zh-CN" sz="1300"/>
          </a:p>
        </p:txBody>
      </p:sp>
      <p:cxnSp>
        <p:nvCxnSpPr>
          <p:cNvPr id="4" name="连接线 4"/>
          <p:cNvCxnSpPr/>
          <p:nvPr/>
        </p:nvCxnSpPr>
        <p:spPr>
          <a:xfrm>
            <a:off x="502920" y="996696"/>
            <a:ext cx="17282160" cy="1"/>
          </a:xfrm>
          <a:prstGeom prst="line">
            <a:avLst/>
          </a:prstGeom>
          <a:ln w="10160">
            <a:solidFill>
              <a:srgbClr val="CDD6DD"/>
            </a:solidFill>
          </a:ln>
        </p:spPr>
      </p:cxnSp>
      <p:sp>
        <p:nvSpPr>
          <p:cNvPr id="5" name="形状 5"/>
          <p:cNvSpPr/>
          <p:nvPr/>
        </p:nvSpPr>
        <p:spPr>
          <a:xfrm>
            <a:off x="502920" y="1143000"/>
            <a:ext cx="17282160" cy="2624328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" name="(a) 特征维：逐时刻生成12项门控系数，并与标准化输入逐项相乘"/>
          <p:cNvSpPr/>
          <p:nvPr/>
        </p:nvSpPr>
        <p:spPr>
          <a:xfrm>
            <a:off x="667512" y="1234440"/>
            <a:ext cx="16952976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(a) 特征维：逐时刻生成12项门控系数，并与标准化输入逐项相乘</a:t>
            </a:r>
            <a:endParaRPr lang="zh-CN" sz="1600"/>
          </a:p>
        </p:txBody>
      </p:sp>
      <p:cxnSp>
        <p:nvCxnSpPr>
          <p:cNvPr id="7" name="连接线 7"/>
          <p:cNvCxnSpPr/>
          <p:nvPr/>
        </p:nvCxnSpPr>
        <p:spPr>
          <a:xfrm>
            <a:off x="667512" y="1627632"/>
            <a:ext cx="16952976" cy="1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8" name="形状 8"/>
          <p:cNvSpPr/>
          <p:nvPr/>
        </p:nvSpPr>
        <p:spPr>
          <a:xfrm>
            <a:off x="758952" y="1865376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" name="形状 9"/>
          <p:cNvSpPr/>
          <p:nvPr/>
        </p:nvSpPr>
        <p:spPr>
          <a:xfrm>
            <a:off x="861060" y="1865376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" name="形状 10"/>
          <p:cNvSpPr/>
          <p:nvPr/>
        </p:nvSpPr>
        <p:spPr>
          <a:xfrm>
            <a:off x="963168" y="1865376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" name="形状 11"/>
          <p:cNvSpPr/>
          <p:nvPr/>
        </p:nvSpPr>
        <p:spPr>
          <a:xfrm>
            <a:off x="1065276" y="1865376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" name="形状 12"/>
          <p:cNvSpPr/>
          <p:nvPr/>
        </p:nvSpPr>
        <p:spPr>
          <a:xfrm>
            <a:off x="1167384" y="1865376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" name="形状 13"/>
          <p:cNvSpPr/>
          <p:nvPr/>
        </p:nvSpPr>
        <p:spPr>
          <a:xfrm>
            <a:off x="1269492" y="1865376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" name="形状 14"/>
          <p:cNvSpPr/>
          <p:nvPr/>
        </p:nvSpPr>
        <p:spPr>
          <a:xfrm>
            <a:off x="1371600" y="1865376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" name="形状 15"/>
          <p:cNvSpPr/>
          <p:nvPr/>
        </p:nvSpPr>
        <p:spPr>
          <a:xfrm>
            <a:off x="1473708" y="1865376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" name="形状 16"/>
          <p:cNvSpPr/>
          <p:nvPr/>
        </p:nvSpPr>
        <p:spPr>
          <a:xfrm>
            <a:off x="1575816" y="1865376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" name="形状 17"/>
          <p:cNvSpPr/>
          <p:nvPr/>
        </p:nvSpPr>
        <p:spPr>
          <a:xfrm>
            <a:off x="1677924" y="1865376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" name="形状 18"/>
          <p:cNvSpPr/>
          <p:nvPr/>
        </p:nvSpPr>
        <p:spPr>
          <a:xfrm>
            <a:off x="1780032" y="1865376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" name="形状 19"/>
          <p:cNvSpPr/>
          <p:nvPr/>
        </p:nvSpPr>
        <p:spPr>
          <a:xfrm>
            <a:off x="1882140" y="1865376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" name="形状 20"/>
          <p:cNvSpPr/>
          <p:nvPr/>
        </p:nvSpPr>
        <p:spPr>
          <a:xfrm>
            <a:off x="758952" y="1918411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" name="形状 21"/>
          <p:cNvSpPr/>
          <p:nvPr/>
        </p:nvSpPr>
        <p:spPr>
          <a:xfrm>
            <a:off x="861060" y="1918411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" name="形状 22"/>
          <p:cNvSpPr/>
          <p:nvPr/>
        </p:nvSpPr>
        <p:spPr>
          <a:xfrm>
            <a:off x="963168" y="1918411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" name="形状 23"/>
          <p:cNvSpPr/>
          <p:nvPr/>
        </p:nvSpPr>
        <p:spPr>
          <a:xfrm>
            <a:off x="1065276" y="1918411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" name="形状 24"/>
          <p:cNvSpPr/>
          <p:nvPr/>
        </p:nvSpPr>
        <p:spPr>
          <a:xfrm>
            <a:off x="1167384" y="1918411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" name="形状 25"/>
          <p:cNvSpPr/>
          <p:nvPr/>
        </p:nvSpPr>
        <p:spPr>
          <a:xfrm>
            <a:off x="1269492" y="1918411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6" name="形状 26"/>
          <p:cNvSpPr/>
          <p:nvPr/>
        </p:nvSpPr>
        <p:spPr>
          <a:xfrm>
            <a:off x="1371600" y="1918411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7" name="形状 27"/>
          <p:cNvSpPr/>
          <p:nvPr/>
        </p:nvSpPr>
        <p:spPr>
          <a:xfrm>
            <a:off x="1473708" y="1918411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" name="形状 28"/>
          <p:cNvSpPr/>
          <p:nvPr/>
        </p:nvSpPr>
        <p:spPr>
          <a:xfrm>
            <a:off x="1575816" y="1918411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9" name="形状 29"/>
          <p:cNvSpPr/>
          <p:nvPr/>
        </p:nvSpPr>
        <p:spPr>
          <a:xfrm>
            <a:off x="1677924" y="1918411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0" name="形状 30"/>
          <p:cNvSpPr/>
          <p:nvPr/>
        </p:nvSpPr>
        <p:spPr>
          <a:xfrm>
            <a:off x="1780032" y="1918411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1" name="形状 31"/>
          <p:cNvSpPr/>
          <p:nvPr/>
        </p:nvSpPr>
        <p:spPr>
          <a:xfrm>
            <a:off x="1882140" y="1918411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" name="形状 32"/>
          <p:cNvSpPr/>
          <p:nvPr/>
        </p:nvSpPr>
        <p:spPr>
          <a:xfrm>
            <a:off x="758952" y="1971446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3" name="形状 33"/>
          <p:cNvSpPr/>
          <p:nvPr/>
        </p:nvSpPr>
        <p:spPr>
          <a:xfrm>
            <a:off x="861060" y="1971446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" name="形状 34"/>
          <p:cNvSpPr/>
          <p:nvPr/>
        </p:nvSpPr>
        <p:spPr>
          <a:xfrm>
            <a:off x="963168" y="1971446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" name="形状 35"/>
          <p:cNvSpPr/>
          <p:nvPr/>
        </p:nvSpPr>
        <p:spPr>
          <a:xfrm>
            <a:off x="1065276" y="1971446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6" name="形状 36"/>
          <p:cNvSpPr/>
          <p:nvPr/>
        </p:nvSpPr>
        <p:spPr>
          <a:xfrm>
            <a:off x="1167384" y="1971446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7" name="形状 37"/>
          <p:cNvSpPr/>
          <p:nvPr/>
        </p:nvSpPr>
        <p:spPr>
          <a:xfrm>
            <a:off x="1269492" y="1971446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" name="形状 38"/>
          <p:cNvSpPr/>
          <p:nvPr/>
        </p:nvSpPr>
        <p:spPr>
          <a:xfrm>
            <a:off x="1371600" y="1971446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9" name="形状 39"/>
          <p:cNvSpPr/>
          <p:nvPr/>
        </p:nvSpPr>
        <p:spPr>
          <a:xfrm>
            <a:off x="1473708" y="1971446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" name="形状 40"/>
          <p:cNvSpPr/>
          <p:nvPr/>
        </p:nvSpPr>
        <p:spPr>
          <a:xfrm>
            <a:off x="1575816" y="1971446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1" name="形状 41"/>
          <p:cNvSpPr/>
          <p:nvPr/>
        </p:nvSpPr>
        <p:spPr>
          <a:xfrm>
            <a:off x="1677924" y="1971446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2" name="形状 42"/>
          <p:cNvSpPr/>
          <p:nvPr/>
        </p:nvSpPr>
        <p:spPr>
          <a:xfrm>
            <a:off x="1780032" y="1971446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3" name="形状 43"/>
          <p:cNvSpPr/>
          <p:nvPr/>
        </p:nvSpPr>
        <p:spPr>
          <a:xfrm>
            <a:off x="1882140" y="1971446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4" name="形状 44"/>
          <p:cNvSpPr/>
          <p:nvPr/>
        </p:nvSpPr>
        <p:spPr>
          <a:xfrm>
            <a:off x="758952" y="2024482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" name="形状 45"/>
          <p:cNvSpPr/>
          <p:nvPr/>
        </p:nvSpPr>
        <p:spPr>
          <a:xfrm>
            <a:off x="861060" y="2024482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6" name="形状 46"/>
          <p:cNvSpPr/>
          <p:nvPr/>
        </p:nvSpPr>
        <p:spPr>
          <a:xfrm>
            <a:off x="963168" y="2024482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7" name="形状 47"/>
          <p:cNvSpPr/>
          <p:nvPr/>
        </p:nvSpPr>
        <p:spPr>
          <a:xfrm>
            <a:off x="1065276" y="2024482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8" name="形状 48"/>
          <p:cNvSpPr/>
          <p:nvPr/>
        </p:nvSpPr>
        <p:spPr>
          <a:xfrm>
            <a:off x="1167384" y="2024482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" name="形状 49"/>
          <p:cNvSpPr/>
          <p:nvPr/>
        </p:nvSpPr>
        <p:spPr>
          <a:xfrm>
            <a:off x="1269492" y="2024482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0" name="形状 50"/>
          <p:cNvSpPr/>
          <p:nvPr/>
        </p:nvSpPr>
        <p:spPr>
          <a:xfrm>
            <a:off x="1371600" y="2024482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1" name="形状 51"/>
          <p:cNvSpPr/>
          <p:nvPr/>
        </p:nvSpPr>
        <p:spPr>
          <a:xfrm>
            <a:off x="1473708" y="2024482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2" name="形状 52"/>
          <p:cNvSpPr/>
          <p:nvPr/>
        </p:nvSpPr>
        <p:spPr>
          <a:xfrm>
            <a:off x="1575816" y="2024482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3" name="形状 53"/>
          <p:cNvSpPr/>
          <p:nvPr/>
        </p:nvSpPr>
        <p:spPr>
          <a:xfrm>
            <a:off x="1677924" y="2024482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4" name="形状 54"/>
          <p:cNvSpPr/>
          <p:nvPr/>
        </p:nvSpPr>
        <p:spPr>
          <a:xfrm>
            <a:off x="1780032" y="2024482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5" name="形状 55"/>
          <p:cNvSpPr/>
          <p:nvPr/>
        </p:nvSpPr>
        <p:spPr>
          <a:xfrm>
            <a:off x="1882140" y="2024482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6" name="形状 56"/>
          <p:cNvSpPr/>
          <p:nvPr/>
        </p:nvSpPr>
        <p:spPr>
          <a:xfrm>
            <a:off x="758952" y="2077517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7" name="形状 57"/>
          <p:cNvSpPr/>
          <p:nvPr/>
        </p:nvSpPr>
        <p:spPr>
          <a:xfrm>
            <a:off x="861060" y="2077517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8" name="形状 58"/>
          <p:cNvSpPr/>
          <p:nvPr/>
        </p:nvSpPr>
        <p:spPr>
          <a:xfrm>
            <a:off x="963168" y="2077517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9" name="形状 59"/>
          <p:cNvSpPr/>
          <p:nvPr/>
        </p:nvSpPr>
        <p:spPr>
          <a:xfrm>
            <a:off x="1065276" y="2077517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0" name="形状 60"/>
          <p:cNvSpPr/>
          <p:nvPr/>
        </p:nvSpPr>
        <p:spPr>
          <a:xfrm>
            <a:off x="1167384" y="2077517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1" name="形状 61"/>
          <p:cNvSpPr/>
          <p:nvPr/>
        </p:nvSpPr>
        <p:spPr>
          <a:xfrm>
            <a:off x="1269492" y="2077517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2" name="形状 62"/>
          <p:cNvSpPr/>
          <p:nvPr/>
        </p:nvSpPr>
        <p:spPr>
          <a:xfrm>
            <a:off x="1371600" y="2077517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3" name="形状 63"/>
          <p:cNvSpPr/>
          <p:nvPr/>
        </p:nvSpPr>
        <p:spPr>
          <a:xfrm>
            <a:off x="1473708" y="2077517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4" name="形状 64"/>
          <p:cNvSpPr/>
          <p:nvPr/>
        </p:nvSpPr>
        <p:spPr>
          <a:xfrm>
            <a:off x="1575816" y="2077517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5" name="形状 65"/>
          <p:cNvSpPr/>
          <p:nvPr/>
        </p:nvSpPr>
        <p:spPr>
          <a:xfrm>
            <a:off x="1677924" y="2077517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6" name="形状 66"/>
          <p:cNvSpPr/>
          <p:nvPr/>
        </p:nvSpPr>
        <p:spPr>
          <a:xfrm>
            <a:off x="1780032" y="2077517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7" name="形状 67"/>
          <p:cNvSpPr/>
          <p:nvPr/>
        </p:nvSpPr>
        <p:spPr>
          <a:xfrm>
            <a:off x="1882140" y="2077517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8" name="形状 68"/>
          <p:cNvSpPr/>
          <p:nvPr/>
        </p:nvSpPr>
        <p:spPr>
          <a:xfrm>
            <a:off x="758952" y="2130552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9" name="形状 69"/>
          <p:cNvSpPr/>
          <p:nvPr/>
        </p:nvSpPr>
        <p:spPr>
          <a:xfrm>
            <a:off x="861060" y="2130552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0" name="形状 70"/>
          <p:cNvSpPr/>
          <p:nvPr/>
        </p:nvSpPr>
        <p:spPr>
          <a:xfrm>
            <a:off x="963168" y="2130552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1" name="形状 71"/>
          <p:cNvSpPr/>
          <p:nvPr/>
        </p:nvSpPr>
        <p:spPr>
          <a:xfrm>
            <a:off x="1065276" y="2130552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2" name="形状 72"/>
          <p:cNvSpPr/>
          <p:nvPr/>
        </p:nvSpPr>
        <p:spPr>
          <a:xfrm>
            <a:off x="1167384" y="2130552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3" name="形状 73"/>
          <p:cNvSpPr/>
          <p:nvPr/>
        </p:nvSpPr>
        <p:spPr>
          <a:xfrm>
            <a:off x="1269492" y="2130552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4" name="形状 74"/>
          <p:cNvSpPr/>
          <p:nvPr/>
        </p:nvSpPr>
        <p:spPr>
          <a:xfrm>
            <a:off x="1371600" y="2130552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5" name="形状 75"/>
          <p:cNvSpPr/>
          <p:nvPr/>
        </p:nvSpPr>
        <p:spPr>
          <a:xfrm>
            <a:off x="1473708" y="2130552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6" name="形状 76"/>
          <p:cNvSpPr/>
          <p:nvPr/>
        </p:nvSpPr>
        <p:spPr>
          <a:xfrm>
            <a:off x="1575816" y="2130552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7" name="形状 77"/>
          <p:cNvSpPr/>
          <p:nvPr/>
        </p:nvSpPr>
        <p:spPr>
          <a:xfrm>
            <a:off x="1677924" y="2130552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8" name="形状 78"/>
          <p:cNvSpPr/>
          <p:nvPr/>
        </p:nvSpPr>
        <p:spPr>
          <a:xfrm>
            <a:off x="1780032" y="2130552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9" name="形状 79"/>
          <p:cNvSpPr/>
          <p:nvPr/>
        </p:nvSpPr>
        <p:spPr>
          <a:xfrm>
            <a:off x="1882140" y="2130552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0" name="形状 80"/>
          <p:cNvSpPr/>
          <p:nvPr/>
        </p:nvSpPr>
        <p:spPr>
          <a:xfrm>
            <a:off x="758952" y="2183587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1" name="形状 81"/>
          <p:cNvSpPr/>
          <p:nvPr/>
        </p:nvSpPr>
        <p:spPr>
          <a:xfrm>
            <a:off x="861060" y="2183587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2" name="形状 82"/>
          <p:cNvSpPr/>
          <p:nvPr/>
        </p:nvSpPr>
        <p:spPr>
          <a:xfrm>
            <a:off x="963168" y="2183587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3" name="形状 83"/>
          <p:cNvSpPr/>
          <p:nvPr/>
        </p:nvSpPr>
        <p:spPr>
          <a:xfrm>
            <a:off x="1065276" y="2183587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4" name="形状 84"/>
          <p:cNvSpPr/>
          <p:nvPr/>
        </p:nvSpPr>
        <p:spPr>
          <a:xfrm>
            <a:off x="1167384" y="2183587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5" name="形状 85"/>
          <p:cNvSpPr/>
          <p:nvPr/>
        </p:nvSpPr>
        <p:spPr>
          <a:xfrm>
            <a:off x="1269492" y="2183587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6" name="形状 86"/>
          <p:cNvSpPr/>
          <p:nvPr/>
        </p:nvSpPr>
        <p:spPr>
          <a:xfrm>
            <a:off x="1371600" y="2183587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7" name="形状 87"/>
          <p:cNvSpPr/>
          <p:nvPr/>
        </p:nvSpPr>
        <p:spPr>
          <a:xfrm>
            <a:off x="1473708" y="2183587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8" name="形状 88"/>
          <p:cNvSpPr/>
          <p:nvPr/>
        </p:nvSpPr>
        <p:spPr>
          <a:xfrm>
            <a:off x="1575816" y="2183587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9" name="形状 89"/>
          <p:cNvSpPr/>
          <p:nvPr/>
        </p:nvSpPr>
        <p:spPr>
          <a:xfrm>
            <a:off x="1677924" y="2183587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0" name="形状 90"/>
          <p:cNvSpPr/>
          <p:nvPr/>
        </p:nvSpPr>
        <p:spPr>
          <a:xfrm>
            <a:off x="1780032" y="2183587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1" name="形状 91"/>
          <p:cNvSpPr/>
          <p:nvPr/>
        </p:nvSpPr>
        <p:spPr>
          <a:xfrm>
            <a:off x="1882140" y="2183587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2" name="形状 92"/>
          <p:cNvSpPr/>
          <p:nvPr/>
        </p:nvSpPr>
        <p:spPr>
          <a:xfrm>
            <a:off x="758952" y="2236622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3" name="形状 93"/>
          <p:cNvSpPr/>
          <p:nvPr/>
        </p:nvSpPr>
        <p:spPr>
          <a:xfrm>
            <a:off x="861060" y="2236622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4" name="形状 94"/>
          <p:cNvSpPr/>
          <p:nvPr/>
        </p:nvSpPr>
        <p:spPr>
          <a:xfrm>
            <a:off x="963168" y="2236622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5" name="形状 95"/>
          <p:cNvSpPr/>
          <p:nvPr/>
        </p:nvSpPr>
        <p:spPr>
          <a:xfrm>
            <a:off x="1065276" y="2236622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6" name="形状 96"/>
          <p:cNvSpPr/>
          <p:nvPr/>
        </p:nvSpPr>
        <p:spPr>
          <a:xfrm>
            <a:off x="1167384" y="2236622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7" name="形状 97"/>
          <p:cNvSpPr/>
          <p:nvPr/>
        </p:nvSpPr>
        <p:spPr>
          <a:xfrm>
            <a:off x="1269492" y="2236622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8" name="形状 98"/>
          <p:cNvSpPr/>
          <p:nvPr/>
        </p:nvSpPr>
        <p:spPr>
          <a:xfrm>
            <a:off x="1371600" y="2236622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9" name="形状 99"/>
          <p:cNvSpPr/>
          <p:nvPr/>
        </p:nvSpPr>
        <p:spPr>
          <a:xfrm>
            <a:off x="1473708" y="2236622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0" name="形状 100"/>
          <p:cNvSpPr/>
          <p:nvPr/>
        </p:nvSpPr>
        <p:spPr>
          <a:xfrm>
            <a:off x="1575816" y="2236622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1" name="形状 101"/>
          <p:cNvSpPr/>
          <p:nvPr/>
        </p:nvSpPr>
        <p:spPr>
          <a:xfrm>
            <a:off x="1677924" y="2236622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2" name="形状 102"/>
          <p:cNvSpPr/>
          <p:nvPr/>
        </p:nvSpPr>
        <p:spPr>
          <a:xfrm>
            <a:off x="1780032" y="2236622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3" name="形状 103"/>
          <p:cNvSpPr/>
          <p:nvPr/>
        </p:nvSpPr>
        <p:spPr>
          <a:xfrm>
            <a:off x="1882140" y="2236622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4" name="形状 104"/>
          <p:cNvSpPr/>
          <p:nvPr/>
        </p:nvSpPr>
        <p:spPr>
          <a:xfrm>
            <a:off x="758952" y="2289658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5" name="形状 105"/>
          <p:cNvSpPr/>
          <p:nvPr/>
        </p:nvSpPr>
        <p:spPr>
          <a:xfrm>
            <a:off x="861060" y="2289658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6" name="形状 106"/>
          <p:cNvSpPr/>
          <p:nvPr/>
        </p:nvSpPr>
        <p:spPr>
          <a:xfrm>
            <a:off x="963168" y="2289658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7" name="形状 107"/>
          <p:cNvSpPr/>
          <p:nvPr/>
        </p:nvSpPr>
        <p:spPr>
          <a:xfrm>
            <a:off x="1065276" y="2289658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8" name="形状 108"/>
          <p:cNvSpPr/>
          <p:nvPr/>
        </p:nvSpPr>
        <p:spPr>
          <a:xfrm>
            <a:off x="1167384" y="2289658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9" name="形状 109"/>
          <p:cNvSpPr/>
          <p:nvPr/>
        </p:nvSpPr>
        <p:spPr>
          <a:xfrm>
            <a:off x="1269492" y="2289658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0" name="形状 110"/>
          <p:cNvSpPr/>
          <p:nvPr/>
        </p:nvSpPr>
        <p:spPr>
          <a:xfrm>
            <a:off x="1371600" y="2289658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1" name="形状 111"/>
          <p:cNvSpPr/>
          <p:nvPr/>
        </p:nvSpPr>
        <p:spPr>
          <a:xfrm>
            <a:off x="1473708" y="2289658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2" name="形状 112"/>
          <p:cNvSpPr/>
          <p:nvPr/>
        </p:nvSpPr>
        <p:spPr>
          <a:xfrm>
            <a:off x="1575816" y="2289658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3" name="形状 113"/>
          <p:cNvSpPr/>
          <p:nvPr/>
        </p:nvSpPr>
        <p:spPr>
          <a:xfrm>
            <a:off x="1677924" y="2289658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4" name="形状 114"/>
          <p:cNvSpPr/>
          <p:nvPr/>
        </p:nvSpPr>
        <p:spPr>
          <a:xfrm>
            <a:off x="1780032" y="2289658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5" name="形状 115"/>
          <p:cNvSpPr/>
          <p:nvPr/>
        </p:nvSpPr>
        <p:spPr>
          <a:xfrm>
            <a:off x="1882140" y="2289658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6" name="形状 116"/>
          <p:cNvSpPr/>
          <p:nvPr/>
        </p:nvSpPr>
        <p:spPr>
          <a:xfrm>
            <a:off x="758952" y="2342693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7" name="形状 117"/>
          <p:cNvSpPr/>
          <p:nvPr/>
        </p:nvSpPr>
        <p:spPr>
          <a:xfrm>
            <a:off x="861060" y="2342693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8" name="形状 118"/>
          <p:cNvSpPr/>
          <p:nvPr/>
        </p:nvSpPr>
        <p:spPr>
          <a:xfrm>
            <a:off x="963168" y="2342693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9" name="形状 119"/>
          <p:cNvSpPr/>
          <p:nvPr/>
        </p:nvSpPr>
        <p:spPr>
          <a:xfrm>
            <a:off x="1065276" y="2342693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0" name="形状 120"/>
          <p:cNvSpPr/>
          <p:nvPr/>
        </p:nvSpPr>
        <p:spPr>
          <a:xfrm>
            <a:off x="1167384" y="2342693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1" name="形状 121"/>
          <p:cNvSpPr/>
          <p:nvPr/>
        </p:nvSpPr>
        <p:spPr>
          <a:xfrm>
            <a:off x="1269492" y="2342693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2" name="形状 122"/>
          <p:cNvSpPr/>
          <p:nvPr/>
        </p:nvSpPr>
        <p:spPr>
          <a:xfrm>
            <a:off x="1371600" y="2342693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3" name="形状 123"/>
          <p:cNvSpPr/>
          <p:nvPr/>
        </p:nvSpPr>
        <p:spPr>
          <a:xfrm>
            <a:off x="1473708" y="2342693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4" name="形状 124"/>
          <p:cNvSpPr/>
          <p:nvPr/>
        </p:nvSpPr>
        <p:spPr>
          <a:xfrm>
            <a:off x="1575816" y="2342693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5" name="形状 125"/>
          <p:cNvSpPr/>
          <p:nvPr/>
        </p:nvSpPr>
        <p:spPr>
          <a:xfrm>
            <a:off x="1677924" y="2342693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6" name="形状 126"/>
          <p:cNvSpPr/>
          <p:nvPr/>
        </p:nvSpPr>
        <p:spPr>
          <a:xfrm>
            <a:off x="1780032" y="2342693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7" name="形状 127"/>
          <p:cNvSpPr/>
          <p:nvPr/>
        </p:nvSpPr>
        <p:spPr>
          <a:xfrm>
            <a:off x="1882140" y="2342693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8" name="形状 128"/>
          <p:cNvSpPr/>
          <p:nvPr/>
        </p:nvSpPr>
        <p:spPr>
          <a:xfrm>
            <a:off x="758952" y="2395728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9" name="形状 129"/>
          <p:cNvSpPr/>
          <p:nvPr/>
        </p:nvSpPr>
        <p:spPr>
          <a:xfrm>
            <a:off x="861060" y="2395728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0" name="形状 130"/>
          <p:cNvSpPr/>
          <p:nvPr/>
        </p:nvSpPr>
        <p:spPr>
          <a:xfrm>
            <a:off x="963168" y="2395728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1" name="形状 131"/>
          <p:cNvSpPr/>
          <p:nvPr/>
        </p:nvSpPr>
        <p:spPr>
          <a:xfrm>
            <a:off x="1065276" y="2395728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2" name="形状 132"/>
          <p:cNvSpPr/>
          <p:nvPr/>
        </p:nvSpPr>
        <p:spPr>
          <a:xfrm>
            <a:off x="1167384" y="2395728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3" name="形状 133"/>
          <p:cNvSpPr/>
          <p:nvPr/>
        </p:nvSpPr>
        <p:spPr>
          <a:xfrm>
            <a:off x="1269492" y="2395728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4" name="形状 134"/>
          <p:cNvSpPr/>
          <p:nvPr/>
        </p:nvSpPr>
        <p:spPr>
          <a:xfrm>
            <a:off x="1371600" y="2395728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5" name="形状 135"/>
          <p:cNvSpPr/>
          <p:nvPr/>
        </p:nvSpPr>
        <p:spPr>
          <a:xfrm>
            <a:off x="1473708" y="2395728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6" name="形状 136"/>
          <p:cNvSpPr/>
          <p:nvPr/>
        </p:nvSpPr>
        <p:spPr>
          <a:xfrm>
            <a:off x="1575816" y="2395728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7" name="形状 137"/>
          <p:cNvSpPr/>
          <p:nvPr/>
        </p:nvSpPr>
        <p:spPr>
          <a:xfrm>
            <a:off x="1677924" y="2395728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8" name="形状 138"/>
          <p:cNvSpPr/>
          <p:nvPr/>
        </p:nvSpPr>
        <p:spPr>
          <a:xfrm>
            <a:off x="1780032" y="2395728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9" name="形状 139"/>
          <p:cNvSpPr/>
          <p:nvPr/>
        </p:nvSpPr>
        <p:spPr>
          <a:xfrm>
            <a:off x="1882140" y="2395728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0" name="形状 140"/>
          <p:cNvSpPr/>
          <p:nvPr/>
        </p:nvSpPr>
        <p:spPr>
          <a:xfrm>
            <a:off x="758952" y="2448763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1" name="形状 141"/>
          <p:cNvSpPr/>
          <p:nvPr/>
        </p:nvSpPr>
        <p:spPr>
          <a:xfrm>
            <a:off x="861060" y="2448763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2" name="形状 142"/>
          <p:cNvSpPr/>
          <p:nvPr/>
        </p:nvSpPr>
        <p:spPr>
          <a:xfrm>
            <a:off x="963168" y="2448763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3" name="形状 143"/>
          <p:cNvSpPr/>
          <p:nvPr/>
        </p:nvSpPr>
        <p:spPr>
          <a:xfrm>
            <a:off x="1065276" y="2448763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4" name="形状 144"/>
          <p:cNvSpPr/>
          <p:nvPr/>
        </p:nvSpPr>
        <p:spPr>
          <a:xfrm>
            <a:off x="1167384" y="2448763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5" name="形状 145"/>
          <p:cNvSpPr/>
          <p:nvPr/>
        </p:nvSpPr>
        <p:spPr>
          <a:xfrm>
            <a:off x="1269492" y="2448763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6" name="形状 146"/>
          <p:cNvSpPr/>
          <p:nvPr/>
        </p:nvSpPr>
        <p:spPr>
          <a:xfrm>
            <a:off x="1371600" y="2448763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7" name="形状 147"/>
          <p:cNvSpPr/>
          <p:nvPr/>
        </p:nvSpPr>
        <p:spPr>
          <a:xfrm>
            <a:off x="1473708" y="2448763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8" name="形状 148"/>
          <p:cNvSpPr/>
          <p:nvPr/>
        </p:nvSpPr>
        <p:spPr>
          <a:xfrm>
            <a:off x="1575816" y="2448763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9" name="形状 149"/>
          <p:cNvSpPr/>
          <p:nvPr/>
        </p:nvSpPr>
        <p:spPr>
          <a:xfrm>
            <a:off x="1677924" y="2448763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0" name="形状 150"/>
          <p:cNvSpPr/>
          <p:nvPr/>
        </p:nvSpPr>
        <p:spPr>
          <a:xfrm>
            <a:off x="1780032" y="2448763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1" name="形状 151"/>
          <p:cNvSpPr/>
          <p:nvPr/>
        </p:nvSpPr>
        <p:spPr>
          <a:xfrm>
            <a:off x="1882140" y="2448763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2" name="形状 152"/>
          <p:cNvSpPr/>
          <p:nvPr/>
        </p:nvSpPr>
        <p:spPr>
          <a:xfrm>
            <a:off x="758952" y="2501798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3" name="形状 153"/>
          <p:cNvSpPr/>
          <p:nvPr/>
        </p:nvSpPr>
        <p:spPr>
          <a:xfrm>
            <a:off x="861060" y="2501798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4" name="形状 154"/>
          <p:cNvSpPr/>
          <p:nvPr/>
        </p:nvSpPr>
        <p:spPr>
          <a:xfrm>
            <a:off x="963168" y="2501798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5" name="形状 155"/>
          <p:cNvSpPr/>
          <p:nvPr/>
        </p:nvSpPr>
        <p:spPr>
          <a:xfrm>
            <a:off x="1065276" y="2501798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6" name="形状 156"/>
          <p:cNvSpPr/>
          <p:nvPr/>
        </p:nvSpPr>
        <p:spPr>
          <a:xfrm>
            <a:off x="1167384" y="2501798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7" name="形状 157"/>
          <p:cNvSpPr/>
          <p:nvPr/>
        </p:nvSpPr>
        <p:spPr>
          <a:xfrm>
            <a:off x="1269492" y="2501798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8" name="形状 158"/>
          <p:cNvSpPr/>
          <p:nvPr/>
        </p:nvSpPr>
        <p:spPr>
          <a:xfrm>
            <a:off x="1371600" y="2501798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9" name="形状 159"/>
          <p:cNvSpPr/>
          <p:nvPr/>
        </p:nvSpPr>
        <p:spPr>
          <a:xfrm>
            <a:off x="1473708" y="2501798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0" name="形状 160"/>
          <p:cNvSpPr/>
          <p:nvPr/>
        </p:nvSpPr>
        <p:spPr>
          <a:xfrm>
            <a:off x="1575816" y="2501798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1" name="形状 161"/>
          <p:cNvSpPr/>
          <p:nvPr/>
        </p:nvSpPr>
        <p:spPr>
          <a:xfrm>
            <a:off x="1677924" y="2501798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2" name="形状 162"/>
          <p:cNvSpPr/>
          <p:nvPr/>
        </p:nvSpPr>
        <p:spPr>
          <a:xfrm>
            <a:off x="1780032" y="2501798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3" name="形状 163"/>
          <p:cNvSpPr/>
          <p:nvPr/>
        </p:nvSpPr>
        <p:spPr>
          <a:xfrm>
            <a:off x="1882140" y="2501798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4" name="形状 164"/>
          <p:cNvSpPr/>
          <p:nvPr/>
        </p:nvSpPr>
        <p:spPr>
          <a:xfrm>
            <a:off x="758952" y="2554834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5" name="形状 165"/>
          <p:cNvSpPr/>
          <p:nvPr/>
        </p:nvSpPr>
        <p:spPr>
          <a:xfrm>
            <a:off x="861060" y="2554834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6" name="形状 166"/>
          <p:cNvSpPr/>
          <p:nvPr/>
        </p:nvSpPr>
        <p:spPr>
          <a:xfrm>
            <a:off x="963168" y="2554834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7" name="形状 167"/>
          <p:cNvSpPr/>
          <p:nvPr/>
        </p:nvSpPr>
        <p:spPr>
          <a:xfrm>
            <a:off x="1065276" y="2554834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8" name="形状 168"/>
          <p:cNvSpPr/>
          <p:nvPr/>
        </p:nvSpPr>
        <p:spPr>
          <a:xfrm>
            <a:off x="1167384" y="2554834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9" name="形状 169"/>
          <p:cNvSpPr/>
          <p:nvPr/>
        </p:nvSpPr>
        <p:spPr>
          <a:xfrm>
            <a:off x="1269492" y="2554834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0" name="形状 170"/>
          <p:cNvSpPr/>
          <p:nvPr/>
        </p:nvSpPr>
        <p:spPr>
          <a:xfrm>
            <a:off x="1371600" y="2554834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1" name="形状 171"/>
          <p:cNvSpPr/>
          <p:nvPr/>
        </p:nvSpPr>
        <p:spPr>
          <a:xfrm>
            <a:off x="1473708" y="2554834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2" name="形状 172"/>
          <p:cNvSpPr/>
          <p:nvPr/>
        </p:nvSpPr>
        <p:spPr>
          <a:xfrm>
            <a:off x="1575816" y="2554834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3" name="形状 173"/>
          <p:cNvSpPr/>
          <p:nvPr/>
        </p:nvSpPr>
        <p:spPr>
          <a:xfrm>
            <a:off x="1677924" y="2554834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4" name="形状 174"/>
          <p:cNvSpPr/>
          <p:nvPr/>
        </p:nvSpPr>
        <p:spPr>
          <a:xfrm>
            <a:off x="1780032" y="2554834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5" name="形状 175"/>
          <p:cNvSpPr/>
          <p:nvPr/>
        </p:nvSpPr>
        <p:spPr>
          <a:xfrm>
            <a:off x="1882140" y="2554834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6" name="形状 176"/>
          <p:cNvSpPr/>
          <p:nvPr/>
        </p:nvSpPr>
        <p:spPr>
          <a:xfrm>
            <a:off x="758952" y="2607869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7" name="形状 177"/>
          <p:cNvSpPr/>
          <p:nvPr/>
        </p:nvSpPr>
        <p:spPr>
          <a:xfrm>
            <a:off x="861060" y="2607869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8" name="形状 178"/>
          <p:cNvSpPr/>
          <p:nvPr/>
        </p:nvSpPr>
        <p:spPr>
          <a:xfrm>
            <a:off x="963168" y="2607869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9" name="形状 179"/>
          <p:cNvSpPr/>
          <p:nvPr/>
        </p:nvSpPr>
        <p:spPr>
          <a:xfrm>
            <a:off x="1065276" y="2607869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0" name="形状 180"/>
          <p:cNvSpPr/>
          <p:nvPr/>
        </p:nvSpPr>
        <p:spPr>
          <a:xfrm>
            <a:off x="1167384" y="2607869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1" name="形状 181"/>
          <p:cNvSpPr/>
          <p:nvPr/>
        </p:nvSpPr>
        <p:spPr>
          <a:xfrm>
            <a:off x="1269492" y="2607869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2" name="形状 182"/>
          <p:cNvSpPr/>
          <p:nvPr/>
        </p:nvSpPr>
        <p:spPr>
          <a:xfrm>
            <a:off x="1371600" y="2607869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3" name="形状 183"/>
          <p:cNvSpPr/>
          <p:nvPr/>
        </p:nvSpPr>
        <p:spPr>
          <a:xfrm>
            <a:off x="1473708" y="2607869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4" name="形状 184"/>
          <p:cNvSpPr/>
          <p:nvPr/>
        </p:nvSpPr>
        <p:spPr>
          <a:xfrm>
            <a:off x="1575816" y="2607869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5" name="形状 185"/>
          <p:cNvSpPr/>
          <p:nvPr/>
        </p:nvSpPr>
        <p:spPr>
          <a:xfrm>
            <a:off x="1677924" y="2607869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6" name="形状 186"/>
          <p:cNvSpPr/>
          <p:nvPr/>
        </p:nvSpPr>
        <p:spPr>
          <a:xfrm>
            <a:off x="1780032" y="2607869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7" name="形状 187"/>
          <p:cNvSpPr/>
          <p:nvPr/>
        </p:nvSpPr>
        <p:spPr>
          <a:xfrm>
            <a:off x="1882140" y="2607869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8" name="形状 188"/>
          <p:cNvSpPr/>
          <p:nvPr/>
        </p:nvSpPr>
        <p:spPr>
          <a:xfrm>
            <a:off x="758952" y="2660904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9" name="形状 189"/>
          <p:cNvSpPr/>
          <p:nvPr/>
        </p:nvSpPr>
        <p:spPr>
          <a:xfrm>
            <a:off x="861060" y="2660904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0" name="形状 190"/>
          <p:cNvSpPr/>
          <p:nvPr/>
        </p:nvSpPr>
        <p:spPr>
          <a:xfrm>
            <a:off x="963168" y="2660904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1" name="形状 191"/>
          <p:cNvSpPr/>
          <p:nvPr/>
        </p:nvSpPr>
        <p:spPr>
          <a:xfrm>
            <a:off x="1065276" y="2660904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2" name="形状 192"/>
          <p:cNvSpPr/>
          <p:nvPr/>
        </p:nvSpPr>
        <p:spPr>
          <a:xfrm>
            <a:off x="1167384" y="2660904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3" name="形状 193"/>
          <p:cNvSpPr/>
          <p:nvPr/>
        </p:nvSpPr>
        <p:spPr>
          <a:xfrm>
            <a:off x="1269492" y="2660904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4" name="形状 194"/>
          <p:cNvSpPr/>
          <p:nvPr/>
        </p:nvSpPr>
        <p:spPr>
          <a:xfrm>
            <a:off x="1371600" y="2660904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5" name="形状 195"/>
          <p:cNvSpPr/>
          <p:nvPr/>
        </p:nvSpPr>
        <p:spPr>
          <a:xfrm>
            <a:off x="1473708" y="2660904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6" name="形状 196"/>
          <p:cNvSpPr/>
          <p:nvPr/>
        </p:nvSpPr>
        <p:spPr>
          <a:xfrm>
            <a:off x="1575816" y="2660904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7" name="形状 197"/>
          <p:cNvSpPr/>
          <p:nvPr/>
        </p:nvSpPr>
        <p:spPr>
          <a:xfrm>
            <a:off x="1677924" y="2660904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8" name="形状 198"/>
          <p:cNvSpPr/>
          <p:nvPr/>
        </p:nvSpPr>
        <p:spPr>
          <a:xfrm>
            <a:off x="1780032" y="2660904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9" name="形状 199"/>
          <p:cNvSpPr/>
          <p:nvPr/>
        </p:nvSpPr>
        <p:spPr>
          <a:xfrm>
            <a:off x="1882140" y="2660904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0" name="形状 200"/>
          <p:cNvSpPr/>
          <p:nvPr/>
        </p:nvSpPr>
        <p:spPr>
          <a:xfrm>
            <a:off x="758952" y="2713939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1" name="形状 201"/>
          <p:cNvSpPr/>
          <p:nvPr/>
        </p:nvSpPr>
        <p:spPr>
          <a:xfrm>
            <a:off x="861060" y="2713939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2" name="形状 202"/>
          <p:cNvSpPr/>
          <p:nvPr/>
        </p:nvSpPr>
        <p:spPr>
          <a:xfrm>
            <a:off x="963168" y="2713939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3" name="形状 203"/>
          <p:cNvSpPr/>
          <p:nvPr/>
        </p:nvSpPr>
        <p:spPr>
          <a:xfrm>
            <a:off x="1065276" y="2713939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4" name="形状 204"/>
          <p:cNvSpPr/>
          <p:nvPr/>
        </p:nvSpPr>
        <p:spPr>
          <a:xfrm>
            <a:off x="1167384" y="2713939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5" name="形状 205"/>
          <p:cNvSpPr/>
          <p:nvPr/>
        </p:nvSpPr>
        <p:spPr>
          <a:xfrm>
            <a:off x="1269492" y="2713939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6" name="形状 206"/>
          <p:cNvSpPr/>
          <p:nvPr/>
        </p:nvSpPr>
        <p:spPr>
          <a:xfrm>
            <a:off x="1371600" y="2713939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7" name="形状 207"/>
          <p:cNvSpPr/>
          <p:nvPr/>
        </p:nvSpPr>
        <p:spPr>
          <a:xfrm>
            <a:off x="1473708" y="2713939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8" name="形状 208"/>
          <p:cNvSpPr/>
          <p:nvPr/>
        </p:nvSpPr>
        <p:spPr>
          <a:xfrm>
            <a:off x="1575816" y="2713939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9" name="形状 209"/>
          <p:cNvSpPr/>
          <p:nvPr/>
        </p:nvSpPr>
        <p:spPr>
          <a:xfrm>
            <a:off x="1677924" y="2713939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0" name="形状 210"/>
          <p:cNvSpPr/>
          <p:nvPr/>
        </p:nvSpPr>
        <p:spPr>
          <a:xfrm>
            <a:off x="1780032" y="2713939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1" name="形状 211"/>
          <p:cNvSpPr/>
          <p:nvPr/>
        </p:nvSpPr>
        <p:spPr>
          <a:xfrm>
            <a:off x="1882140" y="2713939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2" name="形状 212"/>
          <p:cNvSpPr/>
          <p:nvPr/>
        </p:nvSpPr>
        <p:spPr>
          <a:xfrm>
            <a:off x="758952" y="2766974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3" name="形状 213"/>
          <p:cNvSpPr/>
          <p:nvPr/>
        </p:nvSpPr>
        <p:spPr>
          <a:xfrm>
            <a:off x="861060" y="2766974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4" name="形状 214"/>
          <p:cNvSpPr/>
          <p:nvPr/>
        </p:nvSpPr>
        <p:spPr>
          <a:xfrm>
            <a:off x="963168" y="2766974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5" name="形状 215"/>
          <p:cNvSpPr/>
          <p:nvPr/>
        </p:nvSpPr>
        <p:spPr>
          <a:xfrm>
            <a:off x="1065276" y="2766974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6" name="形状 216"/>
          <p:cNvSpPr/>
          <p:nvPr/>
        </p:nvSpPr>
        <p:spPr>
          <a:xfrm>
            <a:off x="1167384" y="2766974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7" name="形状 217"/>
          <p:cNvSpPr/>
          <p:nvPr/>
        </p:nvSpPr>
        <p:spPr>
          <a:xfrm>
            <a:off x="1269492" y="2766974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8" name="形状 218"/>
          <p:cNvSpPr/>
          <p:nvPr/>
        </p:nvSpPr>
        <p:spPr>
          <a:xfrm>
            <a:off x="1371600" y="2766974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9" name="形状 219"/>
          <p:cNvSpPr/>
          <p:nvPr/>
        </p:nvSpPr>
        <p:spPr>
          <a:xfrm>
            <a:off x="1473708" y="2766974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0" name="形状 220"/>
          <p:cNvSpPr/>
          <p:nvPr/>
        </p:nvSpPr>
        <p:spPr>
          <a:xfrm>
            <a:off x="1575816" y="2766974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1" name="形状 221"/>
          <p:cNvSpPr/>
          <p:nvPr/>
        </p:nvSpPr>
        <p:spPr>
          <a:xfrm>
            <a:off x="1677924" y="2766974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2" name="形状 222"/>
          <p:cNvSpPr/>
          <p:nvPr/>
        </p:nvSpPr>
        <p:spPr>
          <a:xfrm>
            <a:off x="1780032" y="2766974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3" name="形状 223"/>
          <p:cNvSpPr/>
          <p:nvPr/>
        </p:nvSpPr>
        <p:spPr>
          <a:xfrm>
            <a:off x="1882140" y="2766974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4" name="形状 224"/>
          <p:cNvSpPr/>
          <p:nvPr/>
        </p:nvSpPr>
        <p:spPr>
          <a:xfrm>
            <a:off x="758952" y="2820010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5" name="形状 225"/>
          <p:cNvSpPr/>
          <p:nvPr/>
        </p:nvSpPr>
        <p:spPr>
          <a:xfrm>
            <a:off x="861060" y="2820010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6" name="形状 226"/>
          <p:cNvSpPr/>
          <p:nvPr/>
        </p:nvSpPr>
        <p:spPr>
          <a:xfrm>
            <a:off x="963168" y="2820010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7" name="形状 227"/>
          <p:cNvSpPr/>
          <p:nvPr/>
        </p:nvSpPr>
        <p:spPr>
          <a:xfrm>
            <a:off x="1065276" y="2820010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8" name="形状 228"/>
          <p:cNvSpPr/>
          <p:nvPr/>
        </p:nvSpPr>
        <p:spPr>
          <a:xfrm>
            <a:off x="1167384" y="2820010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9" name="形状 229"/>
          <p:cNvSpPr/>
          <p:nvPr/>
        </p:nvSpPr>
        <p:spPr>
          <a:xfrm>
            <a:off x="1269492" y="2820010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0" name="形状 230"/>
          <p:cNvSpPr/>
          <p:nvPr/>
        </p:nvSpPr>
        <p:spPr>
          <a:xfrm>
            <a:off x="1371600" y="2820010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1" name="形状 231"/>
          <p:cNvSpPr/>
          <p:nvPr/>
        </p:nvSpPr>
        <p:spPr>
          <a:xfrm>
            <a:off x="1473708" y="2820010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2" name="形状 232"/>
          <p:cNvSpPr/>
          <p:nvPr/>
        </p:nvSpPr>
        <p:spPr>
          <a:xfrm>
            <a:off x="1575816" y="2820010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3" name="形状 233"/>
          <p:cNvSpPr/>
          <p:nvPr/>
        </p:nvSpPr>
        <p:spPr>
          <a:xfrm>
            <a:off x="1677924" y="2820010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4" name="形状 234"/>
          <p:cNvSpPr/>
          <p:nvPr/>
        </p:nvSpPr>
        <p:spPr>
          <a:xfrm>
            <a:off x="1780032" y="2820010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5" name="形状 235"/>
          <p:cNvSpPr/>
          <p:nvPr/>
        </p:nvSpPr>
        <p:spPr>
          <a:xfrm>
            <a:off x="1882140" y="2820010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6" name="形状 236"/>
          <p:cNvSpPr/>
          <p:nvPr/>
        </p:nvSpPr>
        <p:spPr>
          <a:xfrm>
            <a:off x="758952" y="2873045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7" name="形状 237"/>
          <p:cNvSpPr/>
          <p:nvPr/>
        </p:nvSpPr>
        <p:spPr>
          <a:xfrm>
            <a:off x="861060" y="2873045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8" name="形状 238"/>
          <p:cNvSpPr/>
          <p:nvPr/>
        </p:nvSpPr>
        <p:spPr>
          <a:xfrm>
            <a:off x="963168" y="2873045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9" name="形状 239"/>
          <p:cNvSpPr/>
          <p:nvPr/>
        </p:nvSpPr>
        <p:spPr>
          <a:xfrm>
            <a:off x="1065276" y="2873045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0" name="形状 240"/>
          <p:cNvSpPr/>
          <p:nvPr/>
        </p:nvSpPr>
        <p:spPr>
          <a:xfrm>
            <a:off x="1167384" y="2873045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1" name="形状 241"/>
          <p:cNvSpPr/>
          <p:nvPr/>
        </p:nvSpPr>
        <p:spPr>
          <a:xfrm>
            <a:off x="1269492" y="2873045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2" name="形状 242"/>
          <p:cNvSpPr/>
          <p:nvPr/>
        </p:nvSpPr>
        <p:spPr>
          <a:xfrm>
            <a:off x="1371600" y="2873045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3" name="形状 243"/>
          <p:cNvSpPr/>
          <p:nvPr/>
        </p:nvSpPr>
        <p:spPr>
          <a:xfrm>
            <a:off x="1473708" y="2873045"/>
            <a:ext cx="95707" cy="47549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4" name="形状 244"/>
          <p:cNvSpPr/>
          <p:nvPr/>
        </p:nvSpPr>
        <p:spPr>
          <a:xfrm>
            <a:off x="1575816" y="2873045"/>
            <a:ext cx="95707" cy="47549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5" name="形状 245"/>
          <p:cNvSpPr/>
          <p:nvPr/>
        </p:nvSpPr>
        <p:spPr>
          <a:xfrm>
            <a:off x="1677924" y="2873045"/>
            <a:ext cx="95707" cy="47549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6" name="形状 246"/>
          <p:cNvSpPr/>
          <p:nvPr/>
        </p:nvSpPr>
        <p:spPr>
          <a:xfrm>
            <a:off x="1780032" y="2873045"/>
            <a:ext cx="95707" cy="47549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7" name="形状 247"/>
          <p:cNvSpPr/>
          <p:nvPr/>
        </p:nvSpPr>
        <p:spPr>
          <a:xfrm>
            <a:off x="1882140" y="2873045"/>
            <a:ext cx="95707" cy="47549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8" name="形状 248"/>
          <p:cNvSpPr/>
          <p:nvPr/>
        </p:nvSpPr>
        <p:spPr>
          <a:xfrm>
            <a:off x="758952" y="1865376"/>
            <a:ext cx="1225296" cy="1060704"/>
          </a:xfrm>
          <a:prstGeom prst="rect">
            <a:avLst/>
          </a:prstGeom>
          <a:noFill/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9" name="X̂ ∈ R²⁰ˣ¹²"/>
          <p:cNvSpPr/>
          <p:nvPr/>
        </p:nvSpPr>
        <p:spPr>
          <a:xfrm>
            <a:off x="585216" y="1618488"/>
            <a:ext cx="1600200" cy="2103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X̂ ∈ R²⁰ˣ¹²</a:t>
            </a:r>
            <a:endParaRPr lang="zh-CN" sz="1300"/>
          </a:p>
        </p:txBody>
      </p:sp>
      <p:sp>
        <p:nvSpPr>
          <p:cNvPr id="250" name="20步 × 12项特征"/>
          <p:cNvSpPr/>
          <p:nvPr/>
        </p:nvSpPr>
        <p:spPr>
          <a:xfrm>
            <a:off x="594360" y="3008376"/>
            <a:ext cx="1600200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20步 × 12项特征</a:t>
            </a:r>
            <a:endParaRPr lang="zh-CN" sz="1100"/>
          </a:p>
        </p:txBody>
      </p:sp>
      <p:sp>
        <p:nvSpPr>
          <p:cNvPr id="251" name="形状 251"/>
          <p:cNvSpPr/>
          <p:nvPr/>
        </p:nvSpPr>
        <p:spPr>
          <a:xfrm>
            <a:off x="2267712" y="1837944"/>
            <a:ext cx="167335" cy="85192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2" name="形状 252"/>
          <p:cNvSpPr/>
          <p:nvPr/>
        </p:nvSpPr>
        <p:spPr>
          <a:xfrm>
            <a:off x="2267712" y="1928622"/>
            <a:ext cx="167335" cy="85192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3" name="形状 253"/>
          <p:cNvSpPr/>
          <p:nvPr/>
        </p:nvSpPr>
        <p:spPr>
          <a:xfrm>
            <a:off x="2267712" y="2019300"/>
            <a:ext cx="167335" cy="85192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4" name="形状 254"/>
          <p:cNvSpPr/>
          <p:nvPr/>
        </p:nvSpPr>
        <p:spPr>
          <a:xfrm>
            <a:off x="2267712" y="2109978"/>
            <a:ext cx="167335" cy="85192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5" name="形状 255"/>
          <p:cNvSpPr/>
          <p:nvPr/>
        </p:nvSpPr>
        <p:spPr>
          <a:xfrm>
            <a:off x="2267712" y="2200656"/>
            <a:ext cx="167335" cy="85192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6" name="形状 256"/>
          <p:cNvSpPr/>
          <p:nvPr/>
        </p:nvSpPr>
        <p:spPr>
          <a:xfrm>
            <a:off x="2267712" y="2291334"/>
            <a:ext cx="167335" cy="85192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7" name="形状 257"/>
          <p:cNvSpPr/>
          <p:nvPr/>
        </p:nvSpPr>
        <p:spPr>
          <a:xfrm>
            <a:off x="2267712" y="2382012"/>
            <a:ext cx="167335" cy="85192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8" name="形状 258"/>
          <p:cNvSpPr/>
          <p:nvPr/>
        </p:nvSpPr>
        <p:spPr>
          <a:xfrm>
            <a:off x="2267712" y="2472690"/>
            <a:ext cx="167335" cy="85192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9" name="形状 259"/>
          <p:cNvSpPr/>
          <p:nvPr/>
        </p:nvSpPr>
        <p:spPr>
          <a:xfrm>
            <a:off x="2267712" y="2563368"/>
            <a:ext cx="167335" cy="85192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60" name="形状 260"/>
          <p:cNvSpPr/>
          <p:nvPr/>
        </p:nvSpPr>
        <p:spPr>
          <a:xfrm>
            <a:off x="2267712" y="2654046"/>
            <a:ext cx="167335" cy="85192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61" name="形状 261"/>
          <p:cNvSpPr/>
          <p:nvPr/>
        </p:nvSpPr>
        <p:spPr>
          <a:xfrm>
            <a:off x="2267712" y="2744724"/>
            <a:ext cx="167335" cy="85192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62" name="形状 262"/>
          <p:cNvSpPr/>
          <p:nvPr/>
        </p:nvSpPr>
        <p:spPr>
          <a:xfrm>
            <a:off x="2267712" y="2835402"/>
            <a:ext cx="167335" cy="85192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63" name="形状 263"/>
          <p:cNvSpPr/>
          <p:nvPr/>
        </p:nvSpPr>
        <p:spPr>
          <a:xfrm>
            <a:off x="2267712" y="1837944"/>
            <a:ext cx="173736" cy="1088136"/>
          </a:xfrm>
          <a:prstGeom prst="rect">
            <a:avLst/>
          </a:prstGeom>
          <a:noFill/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64" name="x̂ₖ"/>
          <p:cNvSpPr/>
          <p:nvPr/>
        </p:nvSpPr>
        <p:spPr>
          <a:xfrm>
            <a:off x="2011680" y="1618488"/>
            <a:ext cx="694944" cy="2103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x̂ₖ</a:t>
            </a:r>
            <a:endParaRPr lang="zh-CN" sz="1400"/>
          </a:p>
        </p:txBody>
      </p:sp>
      <p:cxnSp>
        <p:nvCxnSpPr>
          <p:cNvPr id="265" name="连接线 265"/>
          <p:cNvCxnSpPr/>
          <p:nvPr/>
        </p:nvCxnSpPr>
        <p:spPr>
          <a:xfrm>
            <a:off x="1984248" y="2377440"/>
            <a:ext cx="283464" cy="1"/>
          </a:xfrm>
          <a:prstGeom prst="line">
            <a:avLst/>
          </a:prstGeom>
          <a:ln w="15240">
            <a:solidFill>
              <a:srgbClr val="667785"/>
            </a:solidFill>
            <a:tailEnd type="triangle" w="sm" len="sm"/>
          </a:ln>
        </p:spPr>
      </p:cxnSp>
      <p:sp>
        <p:nvSpPr>
          <p:cNvPr id="266" name="形状 266"/>
          <p:cNvSpPr/>
          <p:nvPr/>
        </p:nvSpPr>
        <p:spPr>
          <a:xfrm>
            <a:off x="2761488" y="1792224"/>
            <a:ext cx="5321808" cy="1298448"/>
          </a:xfrm>
          <a:prstGeom prst="rect">
            <a:avLst/>
          </a:prstGeom>
          <a:noFill/>
          <a:ln w="11430">
            <a:solidFill>
              <a:srgbClr val="CDD6DD"/>
            </a:solidFill>
            <a:prstDash val="dash"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67" name="共享门控网络：每个时间步使用同一组参数"/>
          <p:cNvSpPr/>
          <p:nvPr/>
        </p:nvSpPr>
        <p:spPr>
          <a:xfrm>
            <a:off x="2871216" y="1856232"/>
            <a:ext cx="5102352" cy="2103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共享门控网络：每个时间步使用同一组参数</a:t>
            </a:r>
            <a:endParaRPr lang="zh-CN" sz="1100"/>
          </a:p>
        </p:txBody>
      </p:sp>
      <p:sp>
        <p:nvSpPr>
          <p:cNvPr id="268" name="Linear W₁, b₁"/>
          <p:cNvSpPr/>
          <p:nvPr/>
        </p:nvSpPr>
        <p:spPr>
          <a:xfrm>
            <a:off x="2944368" y="2185416"/>
            <a:ext cx="1261872" cy="55778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Linear W₁, b₁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12 → 16</a:t>
            </a:r>
            <a:endParaRPr lang="zh-CN" sz="1200"/>
          </a:p>
        </p:txBody>
      </p:sp>
      <p:sp>
        <p:nvSpPr>
          <p:cNvPr id="269" name="tanh"/>
          <p:cNvSpPr/>
          <p:nvPr/>
        </p:nvSpPr>
        <p:spPr>
          <a:xfrm>
            <a:off x="4389120" y="2185416"/>
            <a:ext cx="694944" cy="55778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tanh</a:t>
            </a:r>
            <a:endParaRPr lang="zh-CN" sz="1200"/>
          </a:p>
        </p:txBody>
      </p:sp>
      <p:cxnSp>
        <p:nvCxnSpPr>
          <p:cNvPr id="270" name="连接线 270"/>
          <p:cNvCxnSpPr/>
          <p:nvPr/>
        </p:nvCxnSpPr>
        <p:spPr>
          <a:xfrm>
            <a:off x="4206240" y="2464308"/>
            <a:ext cx="182880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271" name="Linear W₂, b₂"/>
          <p:cNvSpPr/>
          <p:nvPr/>
        </p:nvSpPr>
        <p:spPr>
          <a:xfrm>
            <a:off x="5276088" y="2185416"/>
            <a:ext cx="1261872" cy="55778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Linear W₂, b₂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16 → 12</a:t>
            </a:r>
            <a:endParaRPr lang="zh-CN" sz="1200"/>
          </a:p>
        </p:txBody>
      </p:sp>
      <p:cxnSp>
        <p:nvCxnSpPr>
          <p:cNvPr id="272" name="连接线 272"/>
          <p:cNvCxnSpPr/>
          <p:nvPr/>
        </p:nvCxnSpPr>
        <p:spPr>
          <a:xfrm>
            <a:off x="5084064" y="2464308"/>
            <a:ext cx="192024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273" name="Sigmoid"/>
          <p:cNvSpPr/>
          <p:nvPr/>
        </p:nvSpPr>
        <p:spPr>
          <a:xfrm>
            <a:off x="6739128" y="2185416"/>
            <a:ext cx="1024128" cy="55778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Sigmoid</a:t>
            </a:r>
            <a:endParaRPr lang="zh-CN" sz="1200"/>
          </a:p>
        </p:txBody>
      </p:sp>
      <p:cxnSp>
        <p:nvCxnSpPr>
          <p:cNvPr id="274" name="连接线 274"/>
          <p:cNvCxnSpPr/>
          <p:nvPr/>
        </p:nvCxnSpPr>
        <p:spPr>
          <a:xfrm>
            <a:off x="6537960" y="2464308"/>
            <a:ext cx="201168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275" name="连接线 275"/>
          <p:cNvCxnSpPr/>
          <p:nvPr/>
        </p:nvCxnSpPr>
        <p:spPr>
          <a:xfrm>
            <a:off x="2441448" y="2377440"/>
            <a:ext cx="502920" cy="86868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276" name="形状 276"/>
          <p:cNvSpPr/>
          <p:nvPr/>
        </p:nvSpPr>
        <p:spPr>
          <a:xfrm>
            <a:off x="8412480" y="1874520"/>
            <a:ext cx="167335" cy="82906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77" name="形状 277"/>
          <p:cNvSpPr/>
          <p:nvPr/>
        </p:nvSpPr>
        <p:spPr>
          <a:xfrm>
            <a:off x="8412480" y="1962912"/>
            <a:ext cx="167335" cy="82906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78" name="形状 278"/>
          <p:cNvSpPr/>
          <p:nvPr/>
        </p:nvSpPr>
        <p:spPr>
          <a:xfrm>
            <a:off x="8412480" y="2051304"/>
            <a:ext cx="167335" cy="82906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79" name="形状 279"/>
          <p:cNvSpPr/>
          <p:nvPr/>
        </p:nvSpPr>
        <p:spPr>
          <a:xfrm>
            <a:off x="8412480" y="2139696"/>
            <a:ext cx="167335" cy="82906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0" name="形状 280"/>
          <p:cNvSpPr/>
          <p:nvPr/>
        </p:nvSpPr>
        <p:spPr>
          <a:xfrm>
            <a:off x="8412480" y="2228088"/>
            <a:ext cx="167335" cy="82906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1" name="形状 281"/>
          <p:cNvSpPr/>
          <p:nvPr/>
        </p:nvSpPr>
        <p:spPr>
          <a:xfrm>
            <a:off x="8412480" y="2316480"/>
            <a:ext cx="167335" cy="82906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2" name="形状 282"/>
          <p:cNvSpPr/>
          <p:nvPr/>
        </p:nvSpPr>
        <p:spPr>
          <a:xfrm>
            <a:off x="8412480" y="2404872"/>
            <a:ext cx="167335" cy="82906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3" name="形状 283"/>
          <p:cNvSpPr/>
          <p:nvPr/>
        </p:nvSpPr>
        <p:spPr>
          <a:xfrm>
            <a:off x="8412480" y="2493264"/>
            <a:ext cx="167335" cy="82906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4" name="形状 284"/>
          <p:cNvSpPr/>
          <p:nvPr/>
        </p:nvSpPr>
        <p:spPr>
          <a:xfrm>
            <a:off x="8412480" y="2581656"/>
            <a:ext cx="167335" cy="82906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5" name="形状 285"/>
          <p:cNvSpPr/>
          <p:nvPr/>
        </p:nvSpPr>
        <p:spPr>
          <a:xfrm>
            <a:off x="8412480" y="2670048"/>
            <a:ext cx="167335" cy="82906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6" name="形状 286"/>
          <p:cNvSpPr/>
          <p:nvPr/>
        </p:nvSpPr>
        <p:spPr>
          <a:xfrm>
            <a:off x="8412480" y="2758440"/>
            <a:ext cx="167335" cy="82906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7" name="形状 287"/>
          <p:cNvSpPr/>
          <p:nvPr/>
        </p:nvSpPr>
        <p:spPr>
          <a:xfrm>
            <a:off x="8412480" y="2846832"/>
            <a:ext cx="167335" cy="82906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8" name="形状 288"/>
          <p:cNvSpPr/>
          <p:nvPr/>
        </p:nvSpPr>
        <p:spPr>
          <a:xfrm>
            <a:off x="8412480" y="1874520"/>
            <a:ext cx="173736" cy="1060704"/>
          </a:xfrm>
          <a:prstGeom prst="rect">
            <a:avLst/>
          </a:prstGeom>
          <a:noFill/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9" name="aₖ"/>
          <p:cNvSpPr/>
          <p:nvPr/>
        </p:nvSpPr>
        <p:spPr>
          <a:xfrm>
            <a:off x="8138160" y="1618488"/>
            <a:ext cx="740664" cy="2103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aₖ</a:t>
            </a:r>
            <a:endParaRPr lang="zh-CN" sz="1400"/>
          </a:p>
        </p:txBody>
      </p:sp>
      <p:sp>
        <p:nvSpPr>
          <p:cNvPr id="290" name="0～1门控"/>
          <p:cNvSpPr/>
          <p:nvPr/>
        </p:nvSpPr>
        <p:spPr>
          <a:xfrm>
            <a:off x="8101584" y="3008376"/>
            <a:ext cx="813816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315F82"/>
                </a:solidFill>
                <a:latin typeface="Times New Roman"/>
                <a:ea typeface="宋体"/>
                <a:cs typeface="Times New Roman"/>
              </a:rPr>
              <a:t>0～1门控</a:t>
            </a:r>
            <a:endParaRPr lang="zh-CN" sz="1000"/>
          </a:p>
        </p:txBody>
      </p:sp>
      <p:cxnSp>
        <p:nvCxnSpPr>
          <p:cNvPr id="291" name="连接线 291"/>
          <p:cNvCxnSpPr/>
          <p:nvPr/>
        </p:nvCxnSpPr>
        <p:spPr>
          <a:xfrm>
            <a:off x="7763256" y="2464308"/>
            <a:ext cx="649224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292" name="⊙"/>
          <p:cNvSpPr/>
          <p:nvPr/>
        </p:nvSpPr>
        <p:spPr>
          <a:xfrm>
            <a:off x="9166860" y="2313432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400"/>
          </a:p>
        </p:txBody>
      </p:sp>
      <p:cxnSp>
        <p:nvCxnSpPr>
          <p:cNvPr id="293" name="连接线 293"/>
          <p:cNvCxnSpPr/>
          <p:nvPr/>
        </p:nvCxnSpPr>
        <p:spPr>
          <a:xfrm>
            <a:off x="8586216" y="2464308"/>
            <a:ext cx="576072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294" name="形状 294"/>
          <p:cNvSpPr/>
          <p:nvPr/>
        </p:nvSpPr>
        <p:spPr>
          <a:xfrm>
            <a:off x="9985248" y="1874520"/>
            <a:ext cx="167335" cy="82906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95" name="形状 295"/>
          <p:cNvSpPr/>
          <p:nvPr/>
        </p:nvSpPr>
        <p:spPr>
          <a:xfrm>
            <a:off x="9985248" y="1962912"/>
            <a:ext cx="167335" cy="82906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96" name="形状 296"/>
          <p:cNvSpPr/>
          <p:nvPr/>
        </p:nvSpPr>
        <p:spPr>
          <a:xfrm>
            <a:off x="9985248" y="2051304"/>
            <a:ext cx="167335" cy="82906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97" name="形状 297"/>
          <p:cNvSpPr/>
          <p:nvPr/>
        </p:nvSpPr>
        <p:spPr>
          <a:xfrm>
            <a:off x="9985248" y="2139696"/>
            <a:ext cx="167335" cy="82906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98" name="形状 298"/>
          <p:cNvSpPr/>
          <p:nvPr/>
        </p:nvSpPr>
        <p:spPr>
          <a:xfrm>
            <a:off x="9985248" y="2228088"/>
            <a:ext cx="167335" cy="82906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99" name="形状 299"/>
          <p:cNvSpPr/>
          <p:nvPr/>
        </p:nvSpPr>
        <p:spPr>
          <a:xfrm>
            <a:off x="9985248" y="2316480"/>
            <a:ext cx="167335" cy="82906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00" name="形状 300"/>
          <p:cNvSpPr/>
          <p:nvPr/>
        </p:nvSpPr>
        <p:spPr>
          <a:xfrm>
            <a:off x="9985248" y="2404872"/>
            <a:ext cx="167335" cy="82906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01" name="形状 301"/>
          <p:cNvSpPr/>
          <p:nvPr/>
        </p:nvSpPr>
        <p:spPr>
          <a:xfrm>
            <a:off x="9985248" y="2493264"/>
            <a:ext cx="167335" cy="82906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02" name="形状 302"/>
          <p:cNvSpPr/>
          <p:nvPr/>
        </p:nvSpPr>
        <p:spPr>
          <a:xfrm>
            <a:off x="9985248" y="2581656"/>
            <a:ext cx="167335" cy="82906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03" name="形状 303"/>
          <p:cNvSpPr/>
          <p:nvPr/>
        </p:nvSpPr>
        <p:spPr>
          <a:xfrm>
            <a:off x="9985248" y="2670048"/>
            <a:ext cx="167335" cy="82906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04" name="形状 304"/>
          <p:cNvSpPr/>
          <p:nvPr/>
        </p:nvSpPr>
        <p:spPr>
          <a:xfrm>
            <a:off x="9985248" y="2758440"/>
            <a:ext cx="167335" cy="82906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05" name="形状 305"/>
          <p:cNvSpPr/>
          <p:nvPr/>
        </p:nvSpPr>
        <p:spPr>
          <a:xfrm>
            <a:off x="9985248" y="2846832"/>
            <a:ext cx="167335" cy="82906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06" name="形状 306"/>
          <p:cNvSpPr/>
          <p:nvPr/>
        </p:nvSpPr>
        <p:spPr>
          <a:xfrm>
            <a:off x="9985248" y="1874520"/>
            <a:ext cx="173736" cy="1060704"/>
          </a:xfrm>
          <a:prstGeom prst="rect">
            <a:avLst/>
          </a:prstGeom>
          <a:noFill/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07" name="xₖʷ"/>
          <p:cNvSpPr/>
          <p:nvPr/>
        </p:nvSpPr>
        <p:spPr>
          <a:xfrm>
            <a:off x="9656064" y="1618488"/>
            <a:ext cx="832104" cy="2103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xₖʷ</a:t>
            </a:r>
            <a:endParaRPr lang="zh-CN" sz="1400"/>
          </a:p>
        </p:txBody>
      </p:sp>
      <p:cxnSp>
        <p:nvCxnSpPr>
          <p:cNvPr id="308" name="连接线 308"/>
          <p:cNvCxnSpPr/>
          <p:nvPr/>
        </p:nvCxnSpPr>
        <p:spPr>
          <a:xfrm>
            <a:off x="9473184" y="2464308"/>
            <a:ext cx="512064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309" name="形状 309"/>
          <p:cNvSpPr/>
          <p:nvPr/>
        </p:nvSpPr>
        <p:spPr>
          <a:xfrm>
            <a:off x="11128248" y="1865376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10" name="形状 310"/>
          <p:cNvSpPr/>
          <p:nvPr/>
        </p:nvSpPr>
        <p:spPr>
          <a:xfrm>
            <a:off x="11232642" y="1865376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11" name="形状 311"/>
          <p:cNvSpPr/>
          <p:nvPr/>
        </p:nvSpPr>
        <p:spPr>
          <a:xfrm>
            <a:off x="11337036" y="1865376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12" name="形状 312"/>
          <p:cNvSpPr/>
          <p:nvPr/>
        </p:nvSpPr>
        <p:spPr>
          <a:xfrm>
            <a:off x="11441430" y="1865376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13" name="形状 313"/>
          <p:cNvSpPr/>
          <p:nvPr/>
        </p:nvSpPr>
        <p:spPr>
          <a:xfrm>
            <a:off x="11545824" y="1865376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14" name="形状 314"/>
          <p:cNvSpPr/>
          <p:nvPr/>
        </p:nvSpPr>
        <p:spPr>
          <a:xfrm>
            <a:off x="11650218" y="1865376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15" name="形状 315"/>
          <p:cNvSpPr/>
          <p:nvPr/>
        </p:nvSpPr>
        <p:spPr>
          <a:xfrm>
            <a:off x="11754612" y="1865376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16" name="形状 316"/>
          <p:cNvSpPr/>
          <p:nvPr/>
        </p:nvSpPr>
        <p:spPr>
          <a:xfrm>
            <a:off x="11859006" y="1865376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17" name="形状 317"/>
          <p:cNvSpPr/>
          <p:nvPr/>
        </p:nvSpPr>
        <p:spPr>
          <a:xfrm>
            <a:off x="11963400" y="1865376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18" name="形状 318"/>
          <p:cNvSpPr/>
          <p:nvPr/>
        </p:nvSpPr>
        <p:spPr>
          <a:xfrm>
            <a:off x="12067794" y="1865376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19" name="形状 319"/>
          <p:cNvSpPr/>
          <p:nvPr/>
        </p:nvSpPr>
        <p:spPr>
          <a:xfrm>
            <a:off x="12172188" y="1865376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0" name="形状 320"/>
          <p:cNvSpPr/>
          <p:nvPr/>
        </p:nvSpPr>
        <p:spPr>
          <a:xfrm>
            <a:off x="12276582" y="1865376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1" name="形状 321"/>
          <p:cNvSpPr/>
          <p:nvPr/>
        </p:nvSpPr>
        <p:spPr>
          <a:xfrm>
            <a:off x="11128248" y="1918411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2" name="形状 322"/>
          <p:cNvSpPr/>
          <p:nvPr/>
        </p:nvSpPr>
        <p:spPr>
          <a:xfrm>
            <a:off x="11232642" y="1918411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3" name="形状 323"/>
          <p:cNvSpPr/>
          <p:nvPr/>
        </p:nvSpPr>
        <p:spPr>
          <a:xfrm>
            <a:off x="11337036" y="1918411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4" name="形状 324"/>
          <p:cNvSpPr/>
          <p:nvPr/>
        </p:nvSpPr>
        <p:spPr>
          <a:xfrm>
            <a:off x="11441430" y="1918411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5" name="形状 325"/>
          <p:cNvSpPr/>
          <p:nvPr/>
        </p:nvSpPr>
        <p:spPr>
          <a:xfrm>
            <a:off x="11545824" y="1918411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6" name="形状 326"/>
          <p:cNvSpPr/>
          <p:nvPr/>
        </p:nvSpPr>
        <p:spPr>
          <a:xfrm>
            <a:off x="11650218" y="1918411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7" name="形状 327"/>
          <p:cNvSpPr/>
          <p:nvPr/>
        </p:nvSpPr>
        <p:spPr>
          <a:xfrm>
            <a:off x="11754612" y="1918411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8" name="形状 328"/>
          <p:cNvSpPr/>
          <p:nvPr/>
        </p:nvSpPr>
        <p:spPr>
          <a:xfrm>
            <a:off x="11859006" y="1918411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9" name="形状 329"/>
          <p:cNvSpPr/>
          <p:nvPr/>
        </p:nvSpPr>
        <p:spPr>
          <a:xfrm>
            <a:off x="11963400" y="1918411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30" name="形状 330"/>
          <p:cNvSpPr/>
          <p:nvPr/>
        </p:nvSpPr>
        <p:spPr>
          <a:xfrm>
            <a:off x="12067794" y="1918411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31" name="形状 331"/>
          <p:cNvSpPr/>
          <p:nvPr/>
        </p:nvSpPr>
        <p:spPr>
          <a:xfrm>
            <a:off x="12172188" y="1918411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32" name="形状 332"/>
          <p:cNvSpPr/>
          <p:nvPr/>
        </p:nvSpPr>
        <p:spPr>
          <a:xfrm>
            <a:off x="12276582" y="1918411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33" name="形状 333"/>
          <p:cNvSpPr/>
          <p:nvPr/>
        </p:nvSpPr>
        <p:spPr>
          <a:xfrm>
            <a:off x="11128248" y="1971446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34" name="形状 334"/>
          <p:cNvSpPr/>
          <p:nvPr/>
        </p:nvSpPr>
        <p:spPr>
          <a:xfrm>
            <a:off x="11232642" y="1971446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35" name="形状 335"/>
          <p:cNvSpPr/>
          <p:nvPr/>
        </p:nvSpPr>
        <p:spPr>
          <a:xfrm>
            <a:off x="11337036" y="1971446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36" name="形状 336"/>
          <p:cNvSpPr/>
          <p:nvPr/>
        </p:nvSpPr>
        <p:spPr>
          <a:xfrm>
            <a:off x="11441430" y="1971446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37" name="形状 337"/>
          <p:cNvSpPr/>
          <p:nvPr/>
        </p:nvSpPr>
        <p:spPr>
          <a:xfrm>
            <a:off x="11545824" y="1971446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38" name="形状 338"/>
          <p:cNvSpPr/>
          <p:nvPr/>
        </p:nvSpPr>
        <p:spPr>
          <a:xfrm>
            <a:off x="11650218" y="1971446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39" name="形状 339"/>
          <p:cNvSpPr/>
          <p:nvPr/>
        </p:nvSpPr>
        <p:spPr>
          <a:xfrm>
            <a:off x="11754612" y="1971446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0" name="形状 340"/>
          <p:cNvSpPr/>
          <p:nvPr/>
        </p:nvSpPr>
        <p:spPr>
          <a:xfrm>
            <a:off x="11859006" y="1971446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1" name="形状 341"/>
          <p:cNvSpPr/>
          <p:nvPr/>
        </p:nvSpPr>
        <p:spPr>
          <a:xfrm>
            <a:off x="11963400" y="1971446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2" name="形状 342"/>
          <p:cNvSpPr/>
          <p:nvPr/>
        </p:nvSpPr>
        <p:spPr>
          <a:xfrm>
            <a:off x="12067794" y="1971446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3" name="形状 343"/>
          <p:cNvSpPr/>
          <p:nvPr/>
        </p:nvSpPr>
        <p:spPr>
          <a:xfrm>
            <a:off x="12172188" y="1971446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4" name="形状 344"/>
          <p:cNvSpPr/>
          <p:nvPr/>
        </p:nvSpPr>
        <p:spPr>
          <a:xfrm>
            <a:off x="12276582" y="1971446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5" name="形状 345"/>
          <p:cNvSpPr/>
          <p:nvPr/>
        </p:nvSpPr>
        <p:spPr>
          <a:xfrm>
            <a:off x="11128248" y="2024482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6" name="形状 346"/>
          <p:cNvSpPr/>
          <p:nvPr/>
        </p:nvSpPr>
        <p:spPr>
          <a:xfrm>
            <a:off x="11232642" y="2024482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7" name="形状 347"/>
          <p:cNvSpPr/>
          <p:nvPr/>
        </p:nvSpPr>
        <p:spPr>
          <a:xfrm>
            <a:off x="11337036" y="2024482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8" name="形状 348"/>
          <p:cNvSpPr/>
          <p:nvPr/>
        </p:nvSpPr>
        <p:spPr>
          <a:xfrm>
            <a:off x="11441430" y="2024482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9" name="形状 349"/>
          <p:cNvSpPr/>
          <p:nvPr/>
        </p:nvSpPr>
        <p:spPr>
          <a:xfrm>
            <a:off x="11545824" y="2024482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0" name="形状 350"/>
          <p:cNvSpPr/>
          <p:nvPr/>
        </p:nvSpPr>
        <p:spPr>
          <a:xfrm>
            <a:off x="11650218" y="2024482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1" name="形状 351"/>
          <p:cNvSpPr/>
          <p:nvPr/>
        </p:nvSpPr>
        <p:spPr>
          <a:xfrm>
            <a:off x="11754612" y="2024482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2" name="形状 352"/>
          <p:cNvSpPr/>
          <p:nvPr/>
        </p:nvSpPr>
        <p:spPr>
          <a:xfrm>
            <a:off x="11859006" y="2024482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3" name="形状 353"/>
          <p:cNvSpPr/>
          <p:nvPr/>
        </p:nvSpPr>
        <p:spPr>
          <a:xfrm>
            <a:off x="11963400" y="2024482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4" name="形状 354"/>
          <p:cNvSpPr/>
          <p:nvPr/>
        </p:nvSpPr>
        <p:spPr>
          <a:xfrm>
            <a:off x="12067794" y="2024482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5" name="形状 355"/>
          <p:cNvSpPr/>
          <p:nvPr/>
        </p:nvSpPr>
        <p:spPr>
          <a:xfrm>
            <a:off x="12172188" y="2024482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6" name="形状 356"/>
          <p:cNvSpPr/>
          <p:nvPr/>
        </p:nvSpPr>
        <p:spPr>
          <a:xfrm>
            <a:off x="12276582" y="2024482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7" name="形状 357"/>
          <p:cNvSpPr/>
          <p:nvPr/>
        </p:nvSpPr>
        <p:spPr>
          <a:xfrm>
            <a:off x="11128248" y="2077517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8" name="形状 358"/>
          <p:cNvSpPr/>
          <p:nvPr/>
        </p:nvSpPr>
        <p:spPr>
          <a:xfrm>
            <a:off x="11232642" y="2077517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9" name="形状 359"/>
          <p:cNvSpPr/>
          <p:nvPr/>
        </p:nvSpPr>
        <p:spPr>
          <a:xfrm>
            <a:off x="11337036" y="2077517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60" name="形状 360"/>
          <p:cNvSpPr/>
          <p:nvPr/>
        </p:nvSpPr>
        <p:spPr>
          <a:xfrm>
            <a:off x="11441430" y="2077517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61" name="形状 361"/>
          <p:cNvSpPr/>
          <p:nvPr/>
        </p:nvSpPr>
        <p:spPr>
          <a:xfrm>
            <a:off x="11545824" y="2077517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62" name="形状 362"/>
          <p:cNvSpPr/>
          <p:nvPr/>
        </p:nvSpPr>
        <p:spPr>
          <a:xfrm>
            <a:off x="11650218" y="2077517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63" name="形状 363"/>
          <p:cNvSpPr/>
          <p:nvPr/>
        </p:nvSpPr>
        <p:spPr>
          <a:xfrm>
            <a:off x="11754612" y="2077517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64" name="形状 364"/>
          <p:cNvSpPr/>
          <p:nvPr/>
        </p:nvSpPr>
        <p:spPr>
          <a:xfrm>
            <a:off x="11859006" y="2077517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65" name="形状 365"/>
          <p:cNvSpPr/>
          <p:nvPr/>
        </p:nvSpPr>
        <p:spPr>
          <a:xfrm>
            <a:off x="11963400" y="2077517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66" name="形状 366"/>
          <p:cNvSpPr/>
          <p:nvPr/>
        </p:nvSpPr>
        <p:spPr>
          <a:xfrm>
            <a:off x="12067794" y="2077517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67" name="形状 367"/>
          <p:cNvSpPr/>
          <p:nvPr/>
        </p:nvSpPr>
        <p:spPr>
          <a:xfrm>
            <a:off x="12172188" y="2077517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68" name="形状 368"/>
          <p:cNvSpPr/>
          <p:nvPr/>
        </p:nvSpPr>
        <p:spPr>
          <a:xfrm>
            <a:off x="12276582" y="2077517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69" name="形状 369"/>
          <p:cNvSpPr/>
          <p:nvPr/>
        </p:nvSpPr>
        <p:spPr>
          <a:xfrm>
            <a:off x="11128248" y="2130552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70" name="形状 370"/>
          <p:cNvSpPr/>
          <p:nvPr/>
        </p:nvSpPr>
        <p:spPr>
          <a:xfrm>
            <a:off x="11232642" y="2130552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71" name="形状 371"/>
          <p:cNvSpPr/>
          <p:nvPr/>
        </p:nvSpPr>
        <p:spPr>
          <a:xfrm>
            <a:off x="11337036" y="2130552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72" name="形状 372"/>
          <p:cNvSpPr/>
          <p:nvPr/>
        </p:nvSpPr>
        <p:spPr>
          <a:xfrm>
            <a:off x="11441430" y="2130552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73" name="形状 373"/>
          <p:cNvSpPr/>
          <p:nvPr/>
        </p:nvSpPr>
        <p:spPr>
          <a:xfrm>
            <a:off x="11545824" y="2130552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74" name="形状 374"/>
          <p:cNvSpPr/>
          <p:nvPr/>
        </p:nvSpPr>
        <p:spPr>
          <a:xfrm>
            <a:off x="11650218" y="2130552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75" name="形状 375"/>
          <p:cNvSpPr/>
          <p:nvPr/>
        </p:nvSpPr>
        <p:spPr>
          <a:xfrm>
            <a:off x="11754612" y="2130552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76" name="形状 376"/>
          <p:cNvSpPr/>
          <p:nvPr/>
        </p:nvSpPr>
        <p:spPr>
          <a:xfrm>
            <a:off x="11859006" y="2130552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77" name="形状 377"/>
          <p:cNvSpPr/>
          <p:nvPr/>
        </p:nvSpPr>
        <p:spPr>
          <a:xfrm>
            <a:off x="11963400" y="2130552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78" name="形状 378"/>
          <p:cNvSpPr/>
          <p:nvPr/>
        </p:nvSpPr>
        <p:spPr>
          <a:xfrm>
            <a:off x="12067794" y="2130552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79" name="形状 379"/>
          <p:cNvSpPr/>
          <p:nvPr/>
        </p:nvSpPr>
        <p:spPr>
          <a:xfrm>
            <a:off x="12172188" y="2130552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0" name="形状 380"/>
          <p:cNvSpPr/>
          <p:nvPr/>
        </p:nvSpPr>
        <p:spPr>
          <a:xfrm>
            <a:off x="12276582" y="2130552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1" name="形状 381"/>
          <p:cNvSpPr/>
          <p:nvPr/>
        </p:nvSpPr>
        <p:spPr>
          <a:xfrm>
            <a:off x="11128248" y="2183587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2" name="形状 382"/>
          <p:cNvSpPr/>
          <p:nvPr/>
        </p:nvSpPr>
        <p:spPr>
          <a:xfrm>
            <a:off x="11232642" y="2183587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3" name="形状 383"/>
          <p:cNvSpPr/>
          <p:nvPr/>
        </p:nvSpPr>
        <p:spPr>
          <a:xfrm>
            <a:off x="11337036" y="2183587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4" name="形状 384"/>
          <p:cNvSpPr/>
          <p:nvPr/>
        </p:nvSpPr>
        <p:spPr>
          <a:xfrm>
            <a:off x="11441430" y="2183587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5" name="形状 385"/>
          <p:cNvSpPr/>
          <p:nvPr/>
        </p:nvSpPr>
        <p:spPr>
          <a:xfrm>
            <a:off x="11545824" y="2183587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6" name="形状 386"/>
          <p:cNvSpPr/>
          <p:nvPr/>
        </p:nvSpPr>
        <p:spPr>
          <a:xfrm>
            <a:off x="11650218" y="2183587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7" name="形状 387"/>
          <p:cNvSpPr/>
          <p:nvPr/>
        </p:nvSpPr>
        <p:spPr>
          <a:xfrm>
            <a:off x="11754612" y="2183587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8" name="形状 388"/>
          <p:cNvSpPr/>
          <p:nvPr/>
        </p:nvSpPr>
        <p:spPr>
          <a:xfrm>
            <a:off x="11859006" y="2183587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9" name="形状 389"/>
          <p:cNvSpPr/>
          <p:nvPr/>
        </p:nvSpPr>
        <p:spPr>
          <a:xfrm>
            <a:off x="11963400" y="2183587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90" name="形状 390"/>
          <p:cNvSpPr/>
          <p:nvPr/>
        </p:nvSpPr>
        <p:spPr>
          <a:xfrm>
            <a:off x="12067794" y="2183587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91" name="形状 391"/>
          <p:cNvSpPr/>
          <p:nvPr/>
        </p:nvSpPr>
        <p:spPr>
          <a:xfrm>
            <a:off x="12172188" y="2183587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92" name="形状 392"/>
          <p:cNvSpPr/>
          <p:nvPr/>
        </p:nvSpPr>
        <p:spPr>
          <a:xfrm>
            <a:off x="12276582" y="2183587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93" name="形状 393"/>
          <p:cNvSpPr/>
          <p:nvPr/>
        </p:nvSpPr>
        <p:spPr>
          <a:xfrm>
            <a:off x="11128248" y="2236622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94" name="形状 394"/>
          <p:cNvSpPr/>
          <p:nvPr/>
        </p:nvSpPr>
        <p:spPr>
          <a:xfrm>
            <a:off x="11232642" y="2236622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95" name="形状 395"/>
          <p:cNvSpPr/>
          <p:nvPr/>
        </p:nvSpPr>
        <p:spPr>
          <a:xfrm>
            <a:off x="11337036" y="2236622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96" name="形状 396"/>
          <p:cNvSpPr/>
          <p:nvPr/>
        </p:nvSpPr>
        <p:spPr>
          <a:xfrm>
            <a:off x="11441430" y="2236622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97" name="形状 397"/>
          <p:cNvSpPr/>
          <p:nvPr/>
        </p:nvSpPr>
        <p:spPr>
          <a:xfrm>
            <a:off x="11545824" y="2236622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98" name="形状 398"/>
          <p:cNvSpPr/>
          <p:nvPr/>
        </p:nvSpPr>
        <p:spPr>
          <a:xfrm>
            <a:off x="11650218" y="2236622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99" name="形状 399"/>
          <p:cNvSpPr/>
          <p:nvPr/>
        </p:nvSpPr>
        <p:spPr>
          <a:xfrm>
            <a:off x="11754612" y="2236622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0" name="形状 400"/>
          <p:cNvSpPr/>
          <p:nvPr/>
        </p:nvSpPr>
        <p:spPr>
          <a:xfrm>
            <a:off x="11859006" y="2236622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1" name="形状 401"/>
          <p:cNvSpPr/>
          <p:nvPr/>
        </p:nvSpPr>
        <p:spPr>
          <a:xfrm>
            <a:off x="11963400" y="2236622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2" name="形状 402"/>
          <p:cNvSpPr/>
          <p:nvPr/>
        </p:nvSpPr>
        <p:spPr>
          <a:xfrm>
            <a:off x="12067794" y="2236622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3" name="形状 403"/>
          <p:cNvSpPr/>
          <p:nvPr/>
        </p:nvSpPr>
        <p:spPr>
          <a:xfrm>
            <a:off x="12172188" y="2236622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4" name="形状 404"/>
          <p:cNvSpPr/>
          <p:nvPr/>
        </p:nvSpPr>
        <p:spPr>
          <a:xfrm>
            <a:off x="12276582" y="2236622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5" name="形状 405"/>
          <p:cNvSpPr/>
          <p:nvPr/>
        </p:nvSpPr>
        <p:spPr>
          <a:xfrm>
            <a:off x="11128248" y="2289658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6" name="形状 406"/>
          <p:cNvSpPr/>
          <p:nvPr/>
        </p:nvSpPr>
        <p:spPr>
          <a:xfrm>
            <a:off x="11232642" y="2289658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7" name="形状 407"/>
          <p:cNvSpPr/>
          <p:nvPr/>
        </p:nvSpPr>
        <p:spPr>
          <a:xfrm>
            <a:off x="11337036" y="2289658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8" name="形状 408"/>
          <p:cNvSpPr/>
          <p:nvPr/>
        </p:nvSpPr>
        <p:spPr>
          <a:xfrm>
            <a:off x="11441430" y="2289658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9" name="形状 409"/>
          <p:cNvSpPr/>
          <p:nvPr/>
        </p:nvSpPr>
        <p:spPr>
          <a:xfrm>
            <a:off x="11545824" y="2289658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10" name="形状 410"/>
          <p:cNvSpPr/>
          <p:nvPr/>
        </p:nvSpPr>
        <p:spPr>
          <a:xfrm>
            <a:off x="11650218" y="2289658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11" name="形状 411"/>
          <p:cNvSpPr/>
          <p:nvPr/>
        </p:nvSpPr>
        <p:spPr>
          <a:xfrm>
            <a:off x="11754612" y="2289658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12" name="形状 412"/>
          <p:cNvSpPr/>
          <p:nvPr/>
        </p:nvSpPr>
        <p:spPr>
          <a:xfrm>
            <a:off x="11859006" y="2289658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13" name="形状 413"/>
          <p:cNvSpPr/>
          <p:nvPr/>
        </p:nvSpPr>
        <p:spPr>
          <a:xfrm>
            <a:off x="11963400" y="2289658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14" name="形状 414"/>
          <p:cNvSpPr/>
          <p:nvPr/>
        </p:nvSpPr>
        <p:spPr>
          <a:xfrm>
            <a:off x="12067794" y="2289658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15" name="形状 415"/>
          <p:cNvSpPr/>
          <p:nvPr/>
        </p:nvSpPr>
        <p:spPr>
          <a:xfrm>
            <a:off x="12172188" y="2289658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16" name="形状 416"/>
          <p:cNvSpPr/>
          <p:nvPr/>
        </p:nvSpPr>
        <p:spPr>
          <a:xfrm>
            <a:off x="12276582" y="2289658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17" name="形状 417"/>
          <p:cNvSpPr/>
          <p:nvPr/>
        </p:nvSpPr>
        <p:spPr>
          <a:xfrm>
            <a:off x="11128248" y="2342693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18" name="形状 418"/>
          <p:cNvSpPr/>
          <p:nvPr/>
        </p:nvSpPr>
        <p:spPr>
          <a:xfrm>
            <a:off x="11232642" y="2342693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19" name="形状 419"/>
          <p:cNvSpPr/>
          <p:nvPr/>
        </p:nvSpPr>
        <p:spPr>
          <a:xfrm>
            <a:off x="11337036" y="2342693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20" name="形状 420"/>
          <p:cNvSpPr/>
          <p:nvPr/>
        </p:nvSpPr>
        <p:spPr>
          <a:xfrm>
            <a:off x="11441430" y="2342693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21" name="形状 421"/>
          <p:cNvSpPr/>
          <p:nvPr/>
        </p:nvSpPr>
        <p:spPr>
          <a:xfrm>
            <a:off x="11545824" y="2342693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22" name="形状 422"/>
          <p:cNvSpPr/>
          <p:nvPr/>
        </p:nvSpPr>
        <p:spPr>
          <a:xfrm>
            <a:off x="11650218" y="2342693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23" name="形状 423"/>
          <p:cNvSpPr/>
          <p:nvPr/>
        </p:nvSpPr>
        <p:spPr>
          <a:xfrm>
            <a:off x="11754612" y="2342693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24" name="形状 424"/>
          <p:cNvSpPr/>
          <p:nvPr/>
        </p:nvSpPr>
        <p:spPr>
          <a:xfrm>
            <a:off x="11859006" y="2342693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25" name="形状 425"/>
          <p:cNvSpPr/>
          <p:nvPr/>
        </p:nvSpPr>
        <p:spPr>
          <a:xfrm>
            <a:off x="11963400" y="2342693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26" name="形状 426"/>
          <p:cNvSpPr/>
          <p:nvPr/>
        </p:nvSpPr>
        <p:spPr>
          <a:xfrm>
            <a:off x="12067794" y="2342693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27" name="形状 427"/>
          <p:cNvSpPr/>
          <p:nvPr/>
        </p:nvSpPr>
        <p:spPr>
          <a:xfrm>
            <a:off x="12172188" y="2342693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28" name="形状 428"/>
          <p:cNvSpPr/>
          <p:nvPr/>
        </p:nvSpPr>
        <p:spPr>
          <a:xfrm>
            <a:off x="12276582" y="2342693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29" name="形状 429"/>
          <p:cNvSpPr/>
          <p:nvPr/>
        </p:nvSpPr>
        <p:spPr>
          <a:xfrm>
            <a:off x="11128248" y="2395728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30" name="形状 430"/>
          <p:cNvSpPr/>
          <p:nvPr/>
        </p:nvSpPr>
        <p:spPr>
          <a:xfrm>
            <a:off x="11232642" y="2395728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31" name="形状 431"/>
          <p:cNvSpPr/>
          <p:nvPr/>
        </p:nvSpPr>
        <p:spPr>
          <a:xfrm>
            <a:off x="11337036" y="2395728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32" name="形状 432"/>
          <p:cNvSpPr/>
          <p:nvPr/>
        </p:nvSpPr>
        <p:spPr>
          <a:xfrm>
            <a:off x="11441430" y="2395728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33" name="形状 433"/>
          <p:cNvSpPr/>
          <p:nvPr/>
        </p:nvSpPr>
        <p:spPr>
          <a:xfrm>
            <a:off x="11545824" y="2395728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34" name="形状 434"/>
          <p:cNvSpPr/>
          <p:nvPr/>
        </p:nvSpPr>
        <p:spPr>
          <a:xfrm>
            <a:off x="11650218" y="2395728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35" name="形状 435"/>
          <p:cNvSpPr/>
          <p:nvPr/>
        </p:nvSpPr>
        <p:spPr>
          <a:xfrm>
            <a:off x="11754612" y="2395728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36" name="形状 436"/>
          <p:cNvSpPr/>
          <p:nvPr/>
        </p:nvSpPr>
        <p:spPr>
          <a:xfrm>
            <a:off x="11859006" y="2395728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37" name="形状 437"/>
          <p:cNvSpPr/>
          <p:nvPr/>
        </p:nvSpPr>
        <p:spPr>
          <a:xfrm>
            <a:off x="11963400" y="2395728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38" name="形状 438"/>
          <p:cNvSpPr/>
          <p:nvPr/>
        </p:nvSpPr>
        <p:spPr>
          <a:xfrm>
            <a:off x="12067794" y="2395728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39" name="形状 439"/>
          <p:cNvSpPr/>
          <p:nvPr/>
        </p:nvSpPr>
        <p:spPr>
          <a:xfrm>
            <a:off x="12172188" y="2395728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40" name="形状 440"/>
          <p:cNvSpPr/>
          <p:nvPr/>
        </p:nvSpPr>
        <p:spPr>
          <a:xfrm>
            <a:off x="12276582" y="2395728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41" name="形状 441"/>
          <p:cNvSpPr/>
          <p:nvPr/>
        </p:nvSpPr>
        <p:spPr>
          <a:xfrm>
            <a:off x="11128248" y="2448763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42" name="形状 442"/>
          <p:cNvSpPr/>
          <p:nvPr/>
        </p:nvSpPr>
        <p:spPr>
          <a:xfrm>
            <a:off x="11232642" y="2448763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43" name="形状 443"/>
          <p:cNvSpPr/>
          <p:nvPr/>
        </p:nvSpPr>
        <p:spPr>
          <a:xfrm>
            <a:off x="11337036" y="2448763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44" name="形状 444"/>
          <p:cNvSpPr/>
          <p:nvPr/>
        </p:nvSpPr>
        <p:spPr>
          <a:xfrm>
            <a:off x="11441430" y="2448763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45" name="形状 445"/>
          <p:cNvSpPr/>
          <p:nvPr/>
        </p:nvSpPr>
        <p:spPr>
          <a:xfrm>
            <a:off x="11545824" y="2448763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46" name="形状 446"/>
          <p:cNvSpPr/>
          <p:nvPr/>
        </p:nvSpPr>
        <p:spPr>
          <a:xfrm>
            <a:off x="11650218" y="2448763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47" name="形状 447"/>
          <p:cNvSpPr/>
          <p:nvPr/>
        </p:nvSpPr>
        <p:spPr>
          <a:xfrm>
            <a:off x="11754612" y="2448763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48" name="形状 448"/>
          <p:cNvSpPr/>
          <p:nvPr/>
        </p:nvSpPr>
        <p:spPr>
          <a:xfrm>
            <a:off x="11859006" y="2448763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49" name="形状 449"/>
          <p:cNvSpPr/>
          <p:nvPr/>
        </p:nvSpPr>
        <p:spPr>
          <a:xfrm>
            <a:off x="11963400" y="2448763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0" name="形状 450"/>
          <p:cNvSpPr/>
          <p:nvPr/>
        </p:nvSpPr>
        <p:spPr>
          <a:xfrm>
            <a:off x="12067794" y="2448763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1" name="形状 451"/>
          <p:cNvSpPr/>
          <p:nvPr/>
        </p:nvSpPr>
        <p:spPr>
          <a:xfrm>
            <a:off x="12172188" y="2448763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2" name="形状 452"/>
          <p:cNvSpPr/>
          <p:nvPr/>
        </p:nvSpPr>
        <p:spPr>
          <a:xfrm>
            <a:off x="12276582" y="2448763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3" name="形状 453"/>
          <p:cNvSpPr/>
          <p:nvPr/>
        </p:nvSpPr>
        <p:spPr>
          <a:xfrm>
            <a:off x="11128248" y="2501798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4" name="形状 454"/>
          <p:cNvSpPr/>
          <p:nvPr/>
        </p:nvSpPr>
        <p:spPr>
          <a:xfrm>
            <a:off x="11232642" y="2501798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5" name="形状 455"/>
          <p:cNvSpPr/>
          <p:nvPr/>
        </p:nvSpPr>
        <p:spPr>
          <a:xfrm>
            <a:off x="11337036" y="2501798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6" name="形状 456"/>
          <p:cNvSpPr/>
          <p:nvPr/>
        </p:nvSpPr>
        <p:spPr>
          <a:xfrm>
            <a:off x="11441430" y="2501798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7" name="形状 457"/>
          <p:cNvSpPr/>
          <p:nvPr/>
        </p:nvSpPr>
        <p:spPr>
          <a:xfrm>
            <a:off x="11545824" y="2501798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8" name="形状 458"/>
          <p:cNvSpPr/>
          <p:nvPr/>
        </p:nvSpPr>
        <p:spPr>
          <a:xfrm>
            <a:off x="11650218" y="2501798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9" name="形状 459"/>
          <p:cNvSpPr/>
          <p:nvPr/>
        </p:nvSpPr>
        <p:spPr>
          <a:xfrm>
            <a:off x="11754612" y="2501798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60" name="形状 460"/>
          <p:cNvSpPr/>
          <p:nvPr/>
        </p:nvSpPr>
        <p:spPr>
          <a:xfrm>
            <a:off x="11859006" y="2501798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61" name="形状 461"/>
          <p:cNvSpPr/>
          <p:nvPr/>
        </p:nvSpPr>
        <p:spPr>
          <a:xfrm>
            <a:off x="11963400" y="2501798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62" name="形状 462"/>
          <p:cNvSpPr/>
          <p:nvPr/>
        </p:nvSpPr>
        <p:spPr>
          <a:xfrm>
            <a:off x="12067794" y="2501798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63" name="形状 463"/>
          <p:cNvSpPr/>
          <p:nvPr/>
        </p:nvSpPr>
        <p:spPr>
          <a:xfrm>
            <a:off x="12172188" y="2501798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64" name="形状 464"/>
          <p:cNvSpPr/>
          <p:nvPr/>
        </p:nvSpPr>
        <p:spPr>
          <a:xfrm>
            <a:off x="12276582" y="2501798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65" name="形状 465"/>
          <p:cNvSpPr/>
          <p:nvPr/>
        </p:nvSpPr>
        <p:spPr>
          <a:xfrm>
            <a:off x="11128248" y="2554834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66" name="形状 466"/>
          <p:cNvSpPr/>
          <p:nvPr/>
        </p:nvSpPr>
        <p:spPr>
          <a:xfrm>
            <a:off x="11232642" y="2554834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67" name="形状 467"/>
          <p:cNvSpPr/>
          <p:nvPr/>
        </p:nvSpPr>
        <p:spPr>
          <a:xfrm>
            <a:off x="11337036" y="2554834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68" name="形状 468"/>
          <p:cNvSpPr/>
          <p:nvPr/>
        </p:nvSpPr>
        <p:spPr>
          <a:xfrm>
            <a:off x="11441430" y="2554834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69" name="形状 469"/>
          <p:cNvSpPr/>
          <p:nvPr/>
        </p:nvSpPr>
        <p:spPr>
          <a:xfrm>
            <a:off x="11545824" y="2554834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70" name="形状 470"/>
          <p:cNvSpPr/>
          <p:nvPr/>
        </p:nvSpPr>
        <p:spPr>
          <a:xfrm>
            <a:off x="11650218" y="2554834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71" name="形状 471"/>
          <p:cNvSpPr/>
          <p:nvPr/>
        </p:nvSpPr>
        <p:spPr>
          <a:xfrm>
            <a:off x="11754612" y="2554834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72" name="形状 472"/>
          <p:cNvSpPr/>
          <p:nvPr/>
        </p:nvSpPr>
        <p:spPr>
          <a:xfrm>
            <a:off x="11859006" y="2554834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73" name="形状 473"/>
          <p:cNvSpPr/>
          <p:nvPr/>
        </p:nvSpPr>
        <p:spPr>
          <a:xfrm>
            <a:off x="11963400" y="2554834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74" name="形状 474"/>
          <p:cNvSpPr/>
          <p:nvPr/>
        </p:nvSpPr>
        <p:spPr>
          <a:xfrm>
            <a:off x="12067794" y="2554834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75" name="形状 475"/>
          <p:cNvSpPr/>
          <p:nvPr/>
        </p:nvSpPr>
        <p:spPr>
          <a:xfrm>
            <a:off x="12172188" y="2554834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76" name="形状 476"/>
          <p:cNvSpPr/>
          <p:nvPr/>
        </p:nvSpPr>
        <p:spPr>
          <a:xfrm>
            <a:off x="12276582" y="2554834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77" name="形状 477"/>
          <p:cNvSpPr/>
          <p:nvPr/>
        </p:nvSpPr>
        <p:spPr>
          <a:xfrm>
            <a:off x="11128248" y="2607869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78" name="形状 478"/>
          <p:cNvSpPr/>
          <p:nvPr/>
        </p:nvSpPr>
        <p:spPr>
          <a:xfrm>
            <a:off x="11232642" y="2607869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79" name="形状 479"/>
          <p:cNvSpPr/>
          <p:nvPr/>
        </p:nvSpPr>
        <p:spPr>
          <a:xfrm>
            <a:off x="11337036" y="2607869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80" name="形状 480"/>
          <p:cNvSpPr/>
          <p:nvPr/>
        </p:nvSpPr>
        <p:spPr>
          <a:xfrm>
            <a:off x="11441430" y="2607869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81" name="形状 481"/>
          <p:cNvSpPr/>
          <p:nvPr/>
        </p:nvSpPr>
        <p:spPr>
          <a:xfrm>
            <a:off x="11545824" y="2607869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82" name="形状 482"/>
          <p:cNvSpPr/>
          <p:nvPr/>
        </p:nvSpPr>
        <p:spPr>
          <a:xfrm>
            <a:off x="11650218" y="2607869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83" name="形状 483"/>
          <p:cNvSpPr/>
          <p:nvPr/>
        </p:nvSpPr>
        <p:spPr>
          <a:xfrm>
            <a:off x="11754612" y="2607869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84" name="形状 484"/>
          <p:cNvSpPr/>
          <p:nvPr/>
        </p:nvSpPr>
        <p:spPr>
          <a:xfrm>
            <a:off x="11859006" y="2607869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85" name="形状 485"/>
          <p:cNvSpPr/>
          <p:nvPr/>
        </p:nvSpPr>
        <p:spPr>
          <a:xfrm>
            <a:off x="11963400" y="2607869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86" name="形状 486"/>
          <p:cNvSpPr/>
          <p:nvPr/>
        </p:nvSpPr>
        <p:spPr>
          <a:xfrm>
            <a:off x="12067794" y="2607869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87" name="形状 487"/>
          <p:cNvSpPr/>
          <p:nvPr/>
        </p:nvSpPr>
        <p:spPr>
          <a:xfrm>
            <a:off x="12172188" y="2607869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88" name="形状 488"/>
          <p:cNvSpPr/>
          <p:nvPr/>
        </p:nvSpPr>
        <p:spPr>
          <a:xfrm>
            <a:off x="12276582" y="2607869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89" name="形状 489"/>
          <p:cNvSpPr/>
          <p:nvPr/>
        </p:nvSpPr>
        <p:spPr>
          <a:xfrm>
            <a:off x="11128248" y="2660904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0" name="形状 490"/>
          <p:cNvSpPr/>
          <p:nvPr/>
        </p:nvSpPr>
        <p:spPr>
          <a:xfrm>
            <a:off x="11232642" y="2660904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1" name="形状 491"/>
          <p:cNvSpPr/>
          <p:nvPr/>
        </p:nvSpPr>
        <p:spPr>
          <a:xfrm>
            <a:off x="11337036" y="2660904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2" name="形状 492"/>
          <p:cNvSpPr/>
          <p:nvPr/>
        </p:nvSpPr>
        <p:spPr>
          <a:xfrm>
            <a:off x="11441430" y="2660904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3" name="形状 493"/>
          <p:cNvSpPr/>
          <p:nvPr/>
        </p:nvSpPr>
        <p:spPr>
          <a:xfrm>
            <a:off x="11545824" y="2660904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4" name="形状 494"/>
          <p:cNvSpPr/>
          <p:nvPr/>
        </p:nvSpPr>
        <p:spPr>
          <a:xfrm>
            <a:off x="11650218" y="2660904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5" name="形状 495"/>
          <p:cNvSpPr/>
          <p:nvPr/>
        </p:nvSpPr>
        <p:spPr>
          <a:xfrm>
            <a:off x="11754612" y="2660904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6" name="形状 496"/>
          <p:cNvSpPr/>
          <p:nvPr/>
        </p:nvSpPr>
        <p:spPr>
          <a:xfrm>
            <a:off x="11859006" y="2660904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7" name="形状 497"/>
          <p:cNvSpPr/>
          <p:nvPr/>
        </p:nvSpPr>
        <p:spPr>
          <a:xfrm>
            <a:off x="11963400" y="2660904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8" name="形状 498"/>
          <p:cNvSpPr/>
          <p:nvPr/>
        </p:nvSpPr>
        <p:spPr>
          <a:xfrm>
            <a:off x="12067794" y="2660904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9" name="形状 499"/>
          <p:cNvSpPr/>
          <p:nvPr/>
        </p:nvSpPr>
        <p:spPr>
          <a:xfrm>
            <a:off x="12172188" y="2660904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00" name="形状 500"/>
          <p:cNvSpPr/>
          <p:nvPr/>
        </p:nvSpPr>
        <p:spPr>
          <a:xfrm>
            <a:off x="12276582" y="2660904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01" name="形状 501"/>
          <p:cNvSpPr/>
          <p:nvPr/>
        </p:nvSpPr>
        <p:spPr>
          <a:xfrm>
            <a:off x="11128248" y="2713939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02" name="形状 502"/>
          <p:cNvSpPr/>
          <p:nvPr/>
        </p:nvSpPr>
        <p:spPr>
          <a:xfrm>
            <a:off x="11232642" y="2713939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03" name="形状 503"/>
          <p:cNvSpPr/>
          <p:nvPr/>
        </p:nvSpPr>
        <p:spPr>
          <a:xfrm>
            <a:off x="11337036" y="2713939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04" name="形状 504"/>
          <p:cNvSpPr/>
          <p:nvPr/>
        </p:nvSpPr>
        <p:spPr>
          <a:xfrm>
            <a:off x="11441430" y="2713939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05" name="形状 505"/>
          <p:cNvSpPr/>
          <p:nvPr/>
        </p:nvSpPr>
        <p:spPr>
          <a:xfrm>
            <a:off x="11545824" y="2713939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06" name="形状 506"/>
          <p:cNvSpPr/>
          <p:nvPr/>
        </p:nvSpPr>
        <p:spPr>
          <a:xfrm>
            <a:off x="11650218" y="2713939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07" name="形状 507"/>
          <p:cNvSpPr/>
          <p:nvPr/>
        </p:nvSpPr>
        <p:spPr>
          <a:xfrm>
            <a:off x="11754612" y="2713939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08" name="形状 508"/>
          <p:cNvSpPr/>
          <p:nvPr/>
        </p:nvSpPr>
        <p:spPr>
          <a:xfrm>
            <a:off x="11859006" y="2713939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09" name="形状 509"/>
          <p:cNvSpPr/>
          <p:nvPr/>
        </p:nvSpPr>
        <p:spPr>
          <a:xfrm>
            <a:off x="11963400" y="2713939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10" name="形状 510"/>
          <p:cNvSpPr/>
          <p:nvPr/>
        </p:nvSpPr>
        <p:spPr>
          <a:xfrm>
            <a:off x="12067794" y="2713939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11" name="形状 511"/>
          <p:cNvSpPr/>
          <p:nvPr/>
        </p:nvSpPr>
        <p:spPr>
          <a:xfrm>
            <a:off x="12172188" y="2713939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12" name="形状 512"/>
          <p:cNvSpPr/>
          <p:nvPr/>
        </p:nvSpPr>
        <p:spPr>
          <a:xfrm>
            <a:off x="12276582" y="2713939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13" name="形状 513"/>
          <p:cNvSpPr/>
          <p:nvPr/>
        </p:nvSpPr>
        <p:spPr>
          <a:xfrm>
            <a:off x="11128248" y="2766974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14" name="形状 514"/>
          <p:cNvSpPr/>
          <p:nvPr/>
        </p:nvSpPr>
        <p:spPr>
          <a:xfrm>
            <a:off x="11232642" y="2766974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15" name="形状 515"/>
          <p:cNvSpPr/>
          <p:nvPr/>
        </p:nvSpPr>
        <p:spPr>
          <a:xfrm>
            <a:off x="11337036" y="2766974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16" name="形状 516"/>
          <p:cNvSpPr/>
          <p:nvPr/>
        </p:nvSpPr>
        <p:spPr>
          <a:xfrm>
            <a:off x="11441430" y="2766974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17" name="形状 517"/>
          <p:cNvSpPr/>
          <p:nvPr/>
        </p:nvSpPr>
        <p:spPr>
          <a:xfrm>
            <a:off x="11545824" y="2766974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18" name="形状 518"/>
          <p:cNvSpPr/>
          <p:nvPr/>
        </p:nvSpPr>
        <p:spPr>
          <a:xfrm>
            <a:off x="11650218" y="2766974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19" name="形状 519"/>
          <p:cNvSpPr/>
          <p:nvPr/>
        </p:nvSpPr>
        <p:spPr>
          <a:xfrm>
            <a:off x="11754612" y="2766974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20" name="形状 520"/>
          <p:cNvSpPr/>
          <p:nvPr/>
        </p:nvSpPr>
        <p:spPr>
          <a:xfrm>
            <a:off x="11859006" y="2766974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21" name="形状 521"/>
          <p:cNvSpPr/>
          <p:nvPr/>
        </p:nvSpPr>
        <p:spPr>
          <a:xfrm>
            <a:off x="11963400" y="2766974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22" name="形状 522"/>
          <p:cNvSpPr/>
          <p:nvPr/>
        </p:nvSpPr>
        <p:spPr>
          <a:xfrm>
            <a:off x="12067794" y="2766974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23" name="形状 523"/>
          <p:cNvSpPr/>
          <p:nvPr/>
        </p:nvSpPr>
        <p:spPr>
          <a:xfrm>
            <a:off x="12172188" y="2766974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24" name="形状 524"/>
          <p:cNvSpPr/>
          <p:nvPr/>
        </p:nvSpPr>
        <p:spPr>
          <a:xfrm>
            <a:off x="12276582" y="2766974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25" name="形状 525"/>
          <p:cNvSpPr/>
          <p:nvPr/>
        </p:nvSpPr>
        <p:spPr>
          <a:xfrm>
            <a:off x="11128248" y="2820010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26" name="形状 526"/>
          <p:cNvSpPr/>
          <p:nvPr/>
        </p:nvSpPr>
        <p:spPr>
          <a:xfrm>
            <a:off x="11232642" y="2820010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27" name="形状 527"/>
          <p:cNvSpPr/>
          <p:nvPr/>
        </p:nvSpPr>
        <p:spPr>
          <a:xfrm>
            <a:off x="11337036" y="2820010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28" name="形状 528"/>
          <p:cNvSpPr/>
          <p:nvPr/>
        </p:nvSpPr>
        <p:spPr>
          <a:xfrm>
            <a:off x="11441430" y="2820010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29" name="形状 529"/>
          <p:cNvSpPr/>
          <p:nvPr/>
        </p:nvSpPr>
        <p:spPr>
          <a:xfrm>
            <a:off x="11545824" y="2820010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30" name="形状 530"/>
          <p:cNvSpPr/>
          <p:nvPr/>
        </p:nvSpPr>
        <p:spPr>
          <a:xfrm>
            <a:off x="11650218" y="2820010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31" name="形状 531"/>
          <p:cNvSpPr/>
          <p:nvPr/>
        </p:nvSpPr>
        <p:spPr>
          <a:xfrm>
            <a:off x="11754612" y="2820010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32" name="形状 532"/>
          <p:cNvSpPr/>
          <p:nvPr/>
        </p:nvSpPr>
        <p:spPr>
          <a:xfrm>
            <a:off x="11859006" y="2820010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33" name="形状 533"/>
          <p:cNvSpPr/>
          <p:nvPr/>
        </p:nvSpPr>
        <p:spPr>
          <a:xfrm>
            <a:off x="11963400" y="2820010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34" name="形状 534"/>
          <p:cNvSpPr/>
          <p:nvPr/>
        </p:nvSpPr>
        <p:spPr>
          <a:xfrm>
            <a:off x="12067794" y="2820010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35" name="形状 535"/>
          <p:cNvSpPr/>
          <p:nvPr/>
        </p:nvSpPr>
        <p:spPr>
          <a:xfrm>
            <a:off x="12172188" y="2820010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36" name="形状 536"/>
          <p:cNvSpPr/>
          <p:nvPr/>
        </p:nvSpPr>
        <p:spPr>
          <a:xfrm>
            <a:off x="12276582" y="2820010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37" name="形状 537"/>
          <p:cNvSpPr/>
          <p:nvPr/>
        </p:nvSpPr>
        <p:spPr>
          <a:xfrm>
            <a:off x="11128248" y="2873045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38" name="形状 538"/>
          <p:cNvSpPr/>
          <p:nvPr/>
        </p:nvSpPr>
        <p:spPr>
          <a:xfrm>
            <a:off x="11232642" y="2873045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39" name="形状 539"/>
          <p:cNvSpPr/>
          <p:nvPr/>
        </p:nvSpPr>
        <p:spPr>
          <a:xfrm>
            <a:off x="11337036" y="2873045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40" name="形状 540"/>
          <p:cNvSpPr/>
          <p:nvPr/>
        </p:nvSpPr>
        <p:spPr>
          <a:xfrm>
            <a:off x="11441430" y="2873045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41" name="形状 541"/>
          <p:cNvSpPr/>
          <p:nvPr/>
        </p:nvSpPr>
        <p:spPr>
          <a:xfrm>
            <a:off x="11545824" y="2873045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42" name="形状 542"/>
          <p:cNvSpPr/>
          <p:nvPr/>
        </p:nvSpPr>
        <p:spPr>
          <a:xfrm>
            <a:off x="11650218" y="2873045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43" name="形状 543"/>
          <p:cNvSpPr/>
          <p:nvPr/>
        </p:nvSpPr>
        <p:spPr>
          <a:xfrm>
            <a:off x="11754612" y="2873045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44" name="形状 544"/>
          <p:cNvSpPr/>
          <p:nvPr/>
        </p:nvSpPr>
        <p:spPr>
          <a:xfrm>
            <a:off x="11859006" y="2873045"/>
            <a:ext cx="97993" cy="47549"/>
          </a:xfrm>
          <a:prstGeom prst="rect">
            <a:avLst/>
          </a:prstGeom>
          <a:solidFill>
            <a:srgbClr val="AFC9C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45" name="形状 545"/>
          <p:cNvSpPr/>
          <p:nvPr/>
        </p:nvSpPr>
        <p:spPr>
          <a:xfrm>
            <a:off x="11963400" y="2873045"/>
            <a:ext cx="97993" cy="47549"/>
          </a:xfrm>
          <a:prstGeom prst="rect">
            <a:avLst/>
          </a:prstGeom>
          <a:solidFill>
            <a:srgbClr val="D8E6DF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46" name="形状 546"/>
          <p:cNvSpPr/>
          <p:nvPr/>
        </p:nvSpPr>
        <p:spPr>
          <a:xfrm>
            <a:off x="12067794" y="2873045"/>
            <a:ext cx="97993" cy="47549"/>
          </a:xfrm>
          <a:prstGeom prst="rect">
            <a:avLst/>
          </a:prstGeom>
          <a:solidFill>
            <a:srgbClr val="5D8B7E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47" name="形状 547"/>
          <p:cNvSpPr/>
          <p:nvPr/>
        </p:nvSpPr>
        <p:spPr>
          <a:xfrm>
            <a:off x="12172188" y="2873045"/>
            <a:ext cx="97993" cy="47549"/>
          </a:xfrm>
          <a:prstGeom prst="rect">
            <a:avLst/>
          </a:prstGeom>
          <a:solidFill>
            <a:srgbClr val="7FA79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48" name="形状 548"/>
          <p:cNvSpPr/>
          <p:nvPr/>
        </p:nvSpPr>
        <p:spPr>
          <a:xfrm>
            <a:off x="12276582" y="2873045"/>
            <a:ext cx="97993" cy="47549"/>
          </a:xfrm>
          <a:prstGeom prst="rect">
            <a:avLst/>
          </a:prstGeom>
          <a:solidFill>
            <a:srgbClr val="BBD3CB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49" name="形状 549"/>
          <p:cNvSpPr/>
          <p:nvPr/>
        </p:nvSpPr>
        <p:spPr>
          <a:xfrm>
            <a:off x="11128248" y="1865376"/>
            <a:ext cx="1252728" cy="1060704"/>
          </a:xfrm>
          <a:prstGeom prst="rect">
            <a:avLst/>
          </a:prstGeom>
          <a:noFill/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50" name="Xʷ ∈ R²⁰ˣ¹²"/>
          <p:cNvSpPr/>
          <p:nvPr/>
        </p:nvSpPr>
        <p:spPr>
          <a:xfrm>
            <a:off x="10689336" y="1618488"/>
            <a:ext cx="2139696" cy="2103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Xʷ ∈ R²⁰ˣ¹²</a:t>
            </a:r>
            <a:endParaRPr lang="zh-CN" sz="1300"/>
          </a:p>
        </p:txBody>
      </p:sp>
      <p:sp>
        <p:nvSpPr>
          <p:cNvPr id="551" name="加权后的20步序列"/>
          <p:cNvSpPr/>
          <p:nvPr/>
        </p:nvSpPr>
        <p:spPr>
          <a:xfrm>
            <a:off x="10680192" y="3017520"/>
            <a:ext cx="2157984" cy="21945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39766C"/>
                </a:solidFill>
                <a:latin typeface="Times New Roman"/>
                <a:ea typeface="宋体"/>
                <a:cs typeface="Times New Roman"/>
              </a:rPr>
              <a:t>加权后的20步序列</a:t>
            </a:r>
            <a:endParaRPr lang="zh-CN" sz="1100"/>
          </a:p>
        </p:txBody>
      </p:sp>
      <p:cxnSp>
        <p:nvCxnSpPr>
          <p:cNvPr id="552" name="连接线 552"/>
          <p:cNvCxnSpPr/>
          <p:nvPr/>
        </p:nvCxnSpPr>
        <p:spPr>
          <a:xfrm>
            <a:off x="10158984" y="2464308"/>
            <a:ext cx="969264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553" name="连接线 553"/>
          <p:cNvCxnSpPr/>
          <p:nvPr/>
        </p:nvCxnSpPr>
        <p:spPr>
          <a:xfrm>
            <a:off x="2354580" y="2926080"/>
            <a:ext cx="1" cy="420624"/>
          </a:xfrm>
          <a:prstGeom prst="line">
            <a:avLst/>
          </a:prstGeom>
          <a:ln w="15240">
            <a:solidFill>
              <a:srgbClr val="986344"/>
            </a:solidFill>
          </a:ln>
        </p:spPr>
      </p:cxnSp>
      <p:cxnSp>
        <p:nvCxnSpPr>
          <p:cNvPr id="554" name="连接线 554"/>
          <p:cNvCxnSpPr/>
          <p:nvPr/>
        </p:nvCxnSpPr>
        <p:spPr>
          <a:xfrm>
            <a:off x="2354580" y="3346704"/>
            <a:ext cx="6963156" cy="1"/>
          </a:xfrm>
          <a:prstGeom prst="line">
            <a:avLst/>
          </a:prstGeom>
          <a:ln w="15240">
            <a:solidFill>
              <a:srgbClr val="986344"/>
            </a:solidFill>
          </a:ln>
        </p:spPr>
      </p:cxnSp>
      <p:cxnSp>
        <p:nvCxnSpPr>
          <p:cNvPr id="555" name="连接线 555"/>
          <p:cNvCxnSpPr/>
          <p:nvPr/>
        </p:nvCxnSpPr>
        <p:spPr>
          <a:xfrm flipV="1">
            <a:off x="9317736" y="2615184"/>
            <a:ext cx="1" cy="731520"/>
          </a:xfrm>
          <a:prstGeom prst="line">
            <a:avLst/>
          </a:prstGeom>
          <a:ln w="15240">
            <a:solidFill>
              <a:srgbClr val="986344"/>
            </a:solidFill>
            <a:tailEnd type="triangle" w="sm" len="sm"/>
          </a:ln>
        </p:spPr>
      </p:cxnSp>
      <p:sp>
        <p:nvSpPr>
          <p:cNvPr id="556" name="标准化输入旁路；xₖʷ = aₖ ⊙ x̂ₖ"/>
          <p:cNvSpPr/>
          <p:nvPr/>
        </p:nvSpPr>
        <p:spPr>
          <a:xfrm>
            <a:off x="3675888" y="3410712"/>
            <a:ext cx="5376672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986344"/>
                </a:solidFill>
                <a:latin typeface="Cambria Math"/>
                <a:ea typeface="宋体"/>
                <a:cs typeface="Times New Roman"/>
              </a:rPr>
              <a:t>标准化输入旁路；xₖʷ = aₖ ⊙ x̂ₖ</a:t>
            </a:r>
            <a:endParaRPr lang="zh-CN" sz="1100"/>
          </a:p>
        </p:txBody>
      </p:sp>
      <p:sp>
        <p:nvSpPr>
          <p:cNvPr id="557" name="时间维平均（解释输出）"/>
          <p:cNvSpPr/>
          <p:nvPr/>
        </p:nvSpPr>
        <p:spPr>
          <a:xfrm>
            <a:off x="13990320" y="1956816"/>
            <a:ext cx="3456432" cy="960120"/>
          </a:xfrm>
          <a:prstGeom prst="rect">
            <a:avLst/>
          </a:prstGeom>
          <a:solidFill>
            <a:srgbClr val="FAF2E9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时间维平均（解释输出）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Aⱼ = (1/20) Σₖ₌₁²⁰ aₖ,ⱼ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12项平均门控值</a:t>
            </a:r>
            <a:endParaRPr lang="zh-CN" sz="1300"/>
          </a:p>
        </p:txBody>
      </p:sp>
      <p:cxnSp>
        <p:nvCxnSpPr>
          <p:cNvPr id="558" name="连接线 558"/>
          <p:cNvCxnSpPr/>
          <p:nvPr/>
        </p:nvCxnSpPr>
        <p:spPr>
          <a:xfrm flipV="1">
            <a:off x="8499348" y="1810512"/>
            <a:ext cx="1" cy="64008"/>
          </a:xfrm>
          <a:prstGeom prst="line">
            <a:avLst/>
          </a:prstGeom>
          <a:ln w="15240">
            <a:solidFill>
              <a:srgbClr val="986344"/>
            </a:solidFill>
            <a:prstDash val="dash"/>
          </a:ln>
        </p:spPr>
      </p:cxnSp>
      <p:cxnSp>
        <p:nvCxnSpPr>
          <p:cNvPr id="559" name="连接线 559"/>
          <p:cNvCxnSpPr/>
          <p:nvPr/>
        </p:nvCxnSpPr>
        <p:spPr>
          <a:xfrm>
            <a:off x="8499348" y="1810512"/>
            <a:ext cx="7219188" cy="1"/>
          </a:xfrm>
          <a:prstGeom prst="line">
            <a:avLst/>
          </a:prstGeom>
          <a:ln w="15240">
            <a:solidFill>
              <a:srgbClr val="986344"/>
            </a:solidFill>
            <a:prstDash val="dash"/>
          </a:ln>
        </p:spPr>
      </p:cxnSp>
      <p:cxnSp>
        <p:nvCxnSpPr>
          <p:cNvPr id="560" name="连接线 560"/>
          <p:cNvCxnSpPr/>
          <p:nvPr/>
        </p:nvCxnSpPr>
        <p:spPr>
          <a:xfrm>
            <a:off x="15718536" y="1810512"/>
            <a:ext cx="1" cy="146304"/>
          </a:xfrm>
          <a:prstGeom prst="line">
            <a:avLst/>
          </a:prstGeom>
          <a:ln w="15240">
            <a:solidFill>
              <a:srgbClr val="986344"/>
            </a:solidFill>
            <a:prstDash val="dash"/>
            <a:tailEnd type="triangle" w="sm" len="sm"/>
          </a:ln>
        </p:spPr>
      </p:cxnSp>
      <p:sp>
        <p:nvSpPr>
          <p:cNvPr id="561" name="形状 561"/>
          <p:cNvSpPr/>
          <p:nvPr/>
        </p:nvSpPr>
        <p:spPr>
          <a:xfrm>
            <a:off x="502920" y="3950208"/>
            <a:ext cx="17282160" cy="3090672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62" name="(b) 时间维：两层LSTM沿20个时间步传递隐藏状态与记忆状态"/>
          <p:cNvSpPr/>
          <p:nvPr/>
        </p:nvSpPr>
        <p:spPr>
          <a:xfrm>
            <a:off x="667512" y="4041648"/>
            <a:ext cx="16952976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(b) 时间维：两层LSTM沿20个时间步传递隐藏状态与记忆状态</a:t>
            </a:r>
            <a:endParaRPr lang="zh-CN" sz="1600"/>
          </a:p>
        </p:txBody>
      </p:sp>
      <p:cxnSp>
        <p:nvCxnSpPr>
          <p:cNvPr id="563" name="连接线 563"/>
          <p:cNvCxnSpPr/>
          <p:nvPr/>
        </p:nvCxnSpPr>
        <p:spPr>
          <a:xfrm>
            <a:off x="667512" y="4434840"/>
            <a:ext cx="16952976" cy="1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564" name="第2层LSTM"/>
          <p:cNvSpPr/>
          <p:nvPr/>
        </p:nvSpPr>
        <p:spPr>
          <a:xfrm>
            <a:off x="685800" y="4690872"/>
            <a:ext cx="1243584" cy="4297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1" i="0">
                <a:solidFill>
                  <a:srgbClr val="39766C"/>
                </a:solidFill>
                <a:latin typeface="Times New Roman"/>
                <a:ea typeface="宋体"/>
                <a:cs typeface="Times New Roman"/>
              </a:rPr>
              <a:t>第2层LSTM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1" i="0">
                <a:solidFill>
                  <a:srgbClr val="39766C"/>
                </a:solidFill>
                <a:latin typeface="Times New Roman"/>
                <a:ea typeface="宋体"/>
                <a:cs typeface="Times New Roman"/>
              </a:rPr>
              <a:t>隐藏维度64</a:t>
            </a:r>
            <a:endParaRPr lang="zh-CN" sz="1200"/>
          </a:p>
        </p:txBody>
      </p:sp>
      <p:sp>
        <p:nvSpPr>
          <p:cNvPr id="565" name="第1层LSTM"/>
          <p:cNvSpPr/>
          <p:nvPr/>
        </p:nvSpPr>
        <p:spPr>
          <a:xfrm>
            <a:off x="685800" y="5632704"/>
            <a:ext cx="1243584" cy="4297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1" i="0">
                <a:solidFill>
                  <a:srgbClr val="39766C"/>
                </a:solidFill>
                <a:latin typeface="Times New Roman"/>
                <a:ea typeface="宋体"/>
                <a:cs typeface="Times New Roman"/>
              </a:rPr>
              <a:t>第1层LSTM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1" i="0">
                <a:solidFill>
                  <a:srgbClr val="39766C"/>
                </a:solidFill>
                <a:latin typeface="Times New Roman"/>
                <a:ea typeface="宋体"/>
                <a:cs typeface="Times New Roman"/>
              </a:rPr>
              <a:t>隐藏维度64</a:t>
            </a:r>
            <a:endParaRPr lang="zh-CN" sz="1200"/>
          </a:p>
        </p:txBody>
      </p:sp>
      <p:sp>
        <p:nvSpPr>
          <p:cNvPr id="566" name="输入（12维）"/>
          <p:cNvSpPr/>
          <p:nvPr/>
        </p:nvSpPr>
        <p:spPr>
          <a:xfrm>
            <a:off x="685800" y="6446520"/>
            <a:ext cx="1243584" cy="24688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输入（12维）</a:t>
            </a:r>
            <a:endParaRPr lang="zh-CN" sz="1100"/>
          </a:p>
        </p:txBody>
      </p:sp>
      <p:sp>
        <p:nvSpPr>
          <p:cNvPr id="567" name="LSTM²"/>
          <p:cNvSpPr/>
          <p:nvPr/>
        </p:nvSpPr>
        <p:spPr>
          <a:xfrm>
            <a:off x="2240280" y="4645152"/>
            <a:ext cx="1115568" cy="576072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LSTM²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1</a:t>
            </a:r>
            <a:endParaRPr lang="zh-CN" sz="1300"/>
          </a:p>
        </p:txBody>
      </p:sp>
      <p:sp>
        <p:nvSpPr>
          <p:cNvPr id="568" name="LSTM²"/>
          <p:cNvSpPr/>
          <p:nvPr/>
        </p:nvSpPr>
        <p:spPr>
          <a:xfrm>
            <a:off x="4901184" y="4645152"/>
            <a:ext cx="1115568" cy="576072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LSTM²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2</a:t>
            </a:r>
            <a:endParaRPr lang="zh-CN" sz="1300"/>
          </a:p>
        </p:txBody>
      </p:sp>
      <p:sp>
        <p:nvSpPr>
          <p:cNvPr id="569" name="LSTM²"/>
          <p:cNvSpPr/>
          <p:nvPr/>
        </p:nvSpPr>
        <p:spPr>
          <a:xfrm>
            <a:off x="8823960" y="4645152"/>
            <a:ext cx="1115568" cy="576072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LSTM²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19</a:t>
            </a:r>
            <a:endParaRPr lang="zh-CN" sz="1300"/>
          </a:p>
        </p:txBody>
      </p:sp>
      <p:sp>
        <p:nvSpPr>
          <p:cNvPr id="570" name="LSTM²"/>
          <p:cNvSpPr/>
          <p:nvPr/>
        </p:nvSpPr>
        <p:spPr>
          <a:xfrm>
            <a:off x="11704320" y="4645152"/>
            <a:ext cx="1115568" cy="576072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LSTM²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20</a:t>
            </a:r>
            <a:endParaRPr lang="zh-CN" sz="1300"/>
          </a:p>
        </p:txBody>
      </p:sp>
      <p:cxnSp>
        <p:nvCxnSpPr>
          <p:cNvPr id="571" name="连接线 571"/>
          <p:cNvCxnSpPr/>
          <p:nvPr/>
        </p:nvCxnSpPr>
        <p:spPr>
          <a:xfrm>
            <a:off x="3355848" y="4933188"/>
            <a:ext cx="1545336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572" name="h₁⁽²⁾, c₁⁽²⁾"/>
          <p:cNvSpPr/>
          <p:nvPr/>
        </p:nvSpPr>
        <p:spPr>
          <a:xfrm>
            <a:off x="3401568" y="4416552"/>
            <a:ext cx="1453896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h₁⁽²⁾, c₁⁽²⁾</a:t>
            </a:r>
            <a:endParaRPr lang="zh-CN" sz="1000"/>
          </a:p>
        </p:txBody>
      </p:sp>
      <p:cxnSp>
        <p:nvCxnSpPr>
          <p:cNvPr id="573" name="连接线 573"/>
          <p:cNvCxnSpPr/>
          <p:nvPr/>
        </p:nvCxnSpPr>
        <p:spPr>
          <a:xfrm>
            <a:off x="9939528" y="4933188"/>
            <a:ext cx="1764792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574" name="h₁₉⁽²⁾, c₁₉⁽²⁾"/>
          <p:cNvSpPr/>
          <p:nvPr/>
        </p:nvSpPr>
        <p:spPr>
          <a:xfrm>
            <a:off x="9985248" y="4416552"/>
            <a:ext cx="1673352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h₁₉⁽²⁾, c₁₉⁽²⁾</a:t>
            </a:r>
            <a:endParaRPr lang="zh-CN" sz="1000"/>
          </a:p>
        </p:txBody>
      </p:sp>
      <p:sp>
        <p:nvSpPr>
          <p:cNvPr id="575" name="⋯"/>
          <p:cNvSpPr/>
          <p:nvPr/>
        </p:nvSpPr>
        <p:spPr>
          <a:xfrm>
            <a:off x="7059168" y="4709160"/>
            <a:ext cx="896112" cy="39319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2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⋯</a:t>
            </a:r>
            <a:endParaRPr lang="zh-CN" sz="2600"/>
          </a:p>
        </p:txBody>
      </p:sp>
      <p:cxnSp>
        <p:nvCxnSpPr>
          <p:cNvPr id="576" name="连接线 576"/>
          <p:cNvCxnSpPr/>
          <p:nvPr/>
        </p:nvCxnSpPr>
        <p:spPr>
          <a:xfrm>
            <a:off x="6016752" y="4933188"/>
            <a:ext cx="1143000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577" name="连接线 577"/>
          <p:cNvCxnSpPr/>
          <p:nvPr/>
        </p:nvCxnSpPr>
        <p:spPr>
          <a:xfrm>
            <a:off x="7927848" y="4933188"/>
            <a:ext cx="896112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578" name="连接线 578"/>
          <p:cNvCxnSpPr/>
          <p:nvPr/>
        </p:nvCxnSpPr>
        <p:spPr>
          <a:xfrm>
            <a:off x="1947672" y="4933188"/>
            <a:ext cx="292608" cy="1"/>
          </a:xfrm>
          <a:prstGeom prst="line">
            <a:avLst/>
          </a:prstGeom>
          <a:ln w="15240">
            <a:solidFill>
              <a:srgbClr val="5C6974"/>
            </a:solidFill>
            <a:prstDash val="dash"/>
            <a:tailEnd type="triangle" w="sm" len="sm"/>
          </a:ln>
        </p:spPr>
      </p:cxnSp>
      <p:sp>
        <p:nvSpPr>
          <p:cNvPr id="579" name="LSTM¹"/>
          <p:cNvSpPr/>
          <p:nvPr/>
        </p:nvSpPr>
        <p:spPr>
          <a:xfrm>
            <a:off x="2240280" y="5586984"/>
            <a:ext cx="1115568" cy="576072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LSTM¹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1</a:t>
            </a:r>
            <a:endParaRPr lang="zh-CN" sz="1300"/>
          </a:p>
        </p:txBody>
      </p:sp>
      <p:sp>
        <p:nvSpPr>
          <p:cNvPr id="580" name="LSTM¹"/>
          <p:cNvSpPr/>
          <p:nvPr/>
        </p:nvSpPr>
        <p:spPr>
          <a:xfrm>
            <a:off x="4901184" y="5586984"/>
            <a:ext cx="1115568" cy="576072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LSTM¹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2</a:t>
            </a:r>
            <a:endParaRPr lang="zh-CN" sz="1300"/>
          </a:p>
        </p:txBody>
      </p:sp>
      <p:sp>
        <p:nvSpPr>
          <p:cNvPr id="581" name="LSTM¹"/>
          <p:cNvSpPr/>
          <p:nvPr/>
        </p:nvSpPr>
        <p:spPr>
          <a:xfrm>
            <a:off x="8823960" y="5586984"/>
            <a:ext cx="1115568" cy="576072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LSTM¹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19</a:t>
            </a:r>
            <a:endParaRPr lang="zh-CN" sz="1300"/>
          </a:p>
        </p:txBody>
      </p:sp>
      <p:sp>
        <p:nvSpPr>
          <p:cNvPr id="582" name="LSTM¹"/>
          <p:cNvSpPr/>
          <p:nvPr/>
        </p:nvSpPr>
        <p:spPr>
          <a:xfrm>
            <a:off x="11704320" y="5586984"/>
            <a:ext cx="1115568" cy="576072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LSTM¹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20</a:t>
            </a:r>
            <a:endParaRPr lang="zh-CN" sz="1300"/>
          </a:p>
        </p:txBody>
      </p:sp>
      <p:cxnSp>
        <p:nvCxnSpPr>
          <p:cNvPr id="583" name="连接线 583"/>
          <p:cNvCxnSpPr/>
          <p:nvPr/>
        </p:nvCxnSpPr>
        <p:spPr>
          <a:xfrm>
            <a:off x="3355848" y="5875020"/>
            <a:ext cx="1545336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584" name="h₁⁽¹⁾, c₁⁽¹⁾"/>
          <p:cNvSpPr/>
          <p:nvPr/>
        </p:nvSpPr>
        <p:spPr>
          <a:xfrm>
            <a:off x="3401568" y="6199632"/>
            <a:ext cx="1453896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h₁⁽¹⁾, c₁⁽¹⁾</a:t>
            </a:r>
            <a:endParaRPr lang="zh-CN" sz="1000"/>
          </a:p>
        </p:txBody>
      </p:sp>
      <p:cxnSp>
        <p:nvCxnSpPr>
          <p:cNvPr id="585" name="连接线 585"/>
          <p:cNvCxnSpPr/>
          <p:nvPr/>
        </p:nvCxnSpPr>
        <p:spPr>
          <a:xfrm>
            <a:off x="9939528" y="5875020"/>
            <a:ext cx="1764792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586" name="h₁₉⁽¹⁾, c₁₉⁽¹⁾"/>
          <p:cNvSpPr/>
          <p:nvPr/>
        </p:nvSpPr>
        <p:spPr>
          <a:xfrm>
            <a:off x="9985248" y="6199632"/>
            <a:ext cx="1673352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h₁₉⁽¹⁾, c₁₉⁽¹⁾</a:t>
            </a:r>
            <a:endParaRPr lang="zh-CN" sz="1000"/>
          </a:p>
        </p:txBody>
      </p:sp>
      <p:sp>
        <p:nvSpPr>
          <p:cNvPr id="587" name="⋯"/>
          <p:cNvSpPr/>
          <p:nvPr/>
        </p:nvSpPr>
        <p:spPr>
          <a:xfrm>
            <a:off x="7059168" y="5650992"/>
            <a:ext cx="896112" cy="39319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2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⋯</a:t>
            </a:r>
            <a:endParaRPr lang="zh-CN" sz="2600"/>
          </a:p>
        </p:txBody>
      </p:sp>
      <p:cxnSp>
        <p:nvCxnSpPr>
          <p:cNvPr id="588" name="连接线 588"/>
          <p:cNvCxnSpPr/>
          <p:nvPr/>
        </p:nvCxnSpPr>
        <p:spPr>
          <a:xfrm>
            <a:off x="6016752" y="5875020"/>
            <a:ext cx="1143000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589" name="连接线 589"/>
          <p:cNvCxnSpPr/>
          <p:nvPr/>
        </p:nvCxnSpPr>
        <p:spPr>
          <a:xfrm>
            <a:off x="7927848" y="5875020"/>
            <a:ext cx="896112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590" name="连接线 590"/>
          <p:cNvCxnSpPr/>
          <p:nvPr/>
        </p:nvCxnSpPr>
        <p:spPr>
          <a:xfrm>
            <a:off x="1947672" y="5875020"/>
            <a:ext cx="292608" cy="1"/>
          </a:xfrm>
          <a:prstGeom prst="line">
            <a:avLst/>
          </a:prstGeom>
          <a:ln w="15240">
            <a:solidFill>
              <a:srgbClr val="5C6974"/>
            </a:solidFill>
            <a:prstDash val="dash"/>
            <a:tailEnd type="triangle" w="sm" len="sm"/>
          </a:ln>
        </p:spPr>
      </p:cxnSp>
      <p:cxnSp>
        <p:nvCxnSpPr>
          <p:cNvPr id="591" name="连接线 591"/>
          <p:cNvCxnSpPr/>
          <p:nvPr/>
        </p:nvCxnSpPr>
        <p:spPr>
          <a:xfrm flipV="1">
            <a:off x="2798064" y="5221224"/>
            <a:ext cx="1" cy="365760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592" name="h₁⁽¹⁾ · Dropout 0.2"/>
          <p:cNvSpPr/>
          <p:nvPr/>
        </p:nvSpPr>
        <p:spPr>
          <a:xfrm>
            <a:off x="2916936" y="5285232"/>
            <a:ext cx="1737360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900" b="0" i="0">
                <a:solidFill>
                  <a:srgbClr val="5C6974"/>
                </a:solidFill>
                <a:latin typeface="Cambria Math"/>
                <a:ea typeface="宋体"/>
                <a:cs typeface="Times New Roman"/>
              </a:rPr>
              <a:t>h₁⁽¹⁾ · Dropout 0.2</a:t>
            </a:r>
            <a:endParaRPr lang="zh-CN" sz="900"/>
          </a:p>
        </p:txBody>
      </p:sp>
      <p:sp>
        <p:nvSpPr>
          <p:cNvPr id="593" name="x₁ʷ"/>
          <p:cNvSpPr/>
          <p:nvPr/>
        </p:nvSpPr>
        <p:spPr>
          <a:xfrm>
            <a:off x="2240280" y="6437376"/>
            <a:ext cx="1115568" cy="292608"/>
          </a:xfrm>
          <a:prstGeom prst="rect">
            <a:avLst/>
          </a:prstGeom>
          <a:solidFill>
            <a:srgbClr val="FAF2E9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x₁ʷ</a:t>
            </a:r>
            <a:endParaRPr lang="zh-CN" sz="1300"/>
          </a:p>
        </p:txBody>
      </p:sp>
      <p:cxnSp>
        <p:nvCxnSpPr>
          <p:cNvPr id="594" name="连接线 594"/>
          <p:cNvCxnSpPr/>
          <p:nvPr/>
        </p:nvCxnSpPr>
        <p:spPr>
          <a:xfrm flipV="1">
            <a:off x="2798064" y="6163056"/>
            <a:ext cx="1" cy="274320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595" name="连接线 595"/>
          <p:cNvCxnSpPr/>
          <p:nvPr/>
        </p:nvCxnSpPr>
        <p:spPr>
          <a:xfrm flipV="1">
            <a:off x="5458968" y="5221224"/>
            <a:ext cx="1" cy="365760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596" name="h₂⁽¹⁾ · Dropout 0.2"/>
          <p:cNvSpPr/>
          <p:nvPr/>
        </p:nvSpPr>
        <p:spPr>
          <a:xfrm>
            <a:off x="5577840" y="5285232"/>
            <a:ext cx="1737360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900" b="0" i="0">
                <a:solidFill>
                  <a:srgbClr val="5C6974"/>
                </a:solidFill>
                <a:latin typeface="Cambria Math"/>
                <a:ea typeface="宋体"/>
                <a:cs typeface="Times New Roman"/>
              </a:rPr>
              <a:t>h₂⁽¹⁾ · Dropout 0.2</a:t>
            </a:r>
            <a:endParaRPr lang="zh-CN" sz="900"/>
          </a:p>
        </p:txBody>
      </p:sp>
      <p:sp>
        <p:nvSpPr>
          <p:cNvPr id="597" name="x₂ʷ"/>
          <p:cNvSpPr/>
          <p:nvPr/>
        </p:nvSpPr>
        <p:spPr>
          <a:xfrm>
            <a:off x="4901184" y="6437376"/>
            <a:ext cx="1115568" cy="292608"/>
          </a:xfrm>
          <a:prstGeom prst="rect">
            <a:avLst/>
          </a:prstGeom>
          <a:solidFill>
            <a:srgbClr val="FAF2E9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x₂ʷ</a:t>
            </a:r>
            <a:endParaRPr lang="zh-CN" sz="1300"/>
          </a:p>
        </p:txBody>
      </p:sp>
      <p:cxnSp>
        <p:nvCxnSpPr>
          <p:cNvPr id="598" name="连接线 598"/>
          <p:cNvCxnSpPr/>
          <p:nvPr/>
        </p:nvCxnSpPr>
        <p:spPr>
          <a:xfrm flipV="1">
            <a:off x="5458968" y="6163056"/>
            <a:ext cx="1" cy="274320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599" name="连接线 599"/>
          <p:cNvCxnSpPr/>
          <p:nvPr/>
        </p:nvCxnSpPr>
        <p:spPr>
          <a:xfrm flipV="1">
            <a:off x="9381744" y="5221224"/>
            <a:ext cx="1" cy="365760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600" name="h₁₉⁽¹⁾ · Dropout 0.2"/>
          <p:cNvSpPr/>
          <p:nvPr/>
        </p:nvSpPr>
        <p:spPr>
          <a:xfrm>
            <a:off x="9500616" y="5285232"/>
            <a:ext cx="1737360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900" b="0" i="0">
                <a:solidFill>
                  <a:srgbClr val="5C6974"/>
                </a:solidFill>
                <a:latin typeface="Cambria Math"/>
                <a:ea typeface="宋体"/>
                <a:cs typeface="Times New Roman"/>
              </a:rPr>
              <a:t>h₁₉⁽¹⁾ · Dropout 0.2</a:t>
            </a:r>
            <a:endParaRPr lang="zh-CN" sz="900"/>
          </a:p>
        </p:txBody>
      </p:sp>
      <p:sp>
        <p:nvSpPr>
          <p:cNvPr id="601" name="x₁₉ʷ"/>
          <p:cNvSpPr/>
          <p:nvPr/>
        </p:nvSpPr>
        <p:spPr>
          <a:xfrm>
            <a:off x="8823960" y="6437376"/>
            <a:ext cx="1115568" cy="292608"/>
          </a:xfrm>
          <a:prstGeom prst="rect">
            <a:avLst/>
          </a:prstGeom>
          <a:solidFill>
            <a:srgbClr val="FAF2E9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x₁₉ʷ</a:t>
            </a:r>
            <a:endParaRPr lang="zh-CN" sz="1300"/>
          </a:p>
        </p:txBody>
      </p:sp>
      <p:cxnSp>
        <p:nvCxnSpPr>
          <p:cNvPr id="602" name="连接线 602"/>
          <p:cNvCxnSpPr/>
          <p:nvPr/>
        </p:nvCxnSpPr>
        <p:spPr>
          <a:xfrm flipV="1">
            <a:off x="9381744" y="6163056"/>
            <a:ext cx="1" cy="274320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603" name="连接线 603"/>
          <p:cNvCxnSpPr/>
          <p:nvPr/>
        </p:nvCxnSpPr>
        <p:spPr>
          <a:xfrm flipV="1">
            <a:off x="12262104" y="5221224"/>
            <a:ext cx="1" cy="365760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604" name="h₂₀⁽¹⁾ · Dropout 0.2"/>
          <p:cNvSpPr/>
          <p:nvPr/>
        </p:nvSpPr>
        <p:spPr>
          <a:xfrm>
            <a:off x="12380976" y="5285232"/>
            <a:ext cx="1737360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900" b="0" i="0">
                <a:solidFill>
                  <a:srgbClr val="5C6974"/>
                </a:solidFill>
                <a:latin typeface="Cambria Math"/>
                <a:ea typeface="宋体"/>
                <a:cs typeface="Times New Roman"/>
              </a:rPr>
              <a:t>h₂₀⁽¹⁾ · Dropout 0.2</a:t>
            </a:r>
            <a:endParaRPr lang="zh-CN" sz="900"/>
          </a:p>
        </p:txBody>
      </p:sp>
      <p:sp>
        <p:nvSpPr>
          <p:cNvPr id="605" name="x₂₀ʷ"/>
          <p:cNvSpPr/>
          <p:nvPr/>
        </p:nvSpPr>
        <p:spPr>
          <a:xfrm>
            <a:off x="11704320" y="6437376"/>
            <a:ext cx="1115568" cy="292608"/>
          </a:xfrm>
          <a:prstGeom prst="rect">
            <a:avLst/>
          </a:prstGeom>
          <a:solidFill>
            <a:srgbClr val="FAF2E9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x₂₀ʷ</a:t>
            </a:r>
            <a:endParaRPr lang="zh-CN" sz="1300"/>
          </a:p>
        </p:txBody>
      </p:sp>
      <p:cxnSp>
        <p:nvCxnSpPr>
          <p:cNvPr id="606" name="连接线 606"/>
          <p:cNvCxnSpPr/>
          <p:nvPr/>
        </p:nvCxnSpPr>
        <p:spPr>
          <a:xfrm flipV="1">
            <a:off x="12262104" y="6163056"/>
            <a:ext cx="1" cy="274320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607" name="形状 607"/>
          <p:cNvSpPr/>
          <p:nvPr/>
        </p:nvSpPr>
        <p:spPr>
          <a:xfrm>
            <a:off x="2167128" y="5522976"/>
            <a:ext cx="1261872" cy="713232"/>
          </a:xfrm>
          <a:prstGeom prst="rect">
            <a:avLst/>
          </a:prstGeom>
          <a:noFill/>
          <a:ln w="11430">
            <a:solidFill>
              <a:srgbClr val="986344"/>
            </a:solidFill>
            <a:prstDash val="dash"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08" name="r = h₂₀⁽²⁾"/>
          <p:cNvSpPr/>
          <p:nvPr/>
        </p:nvSpPr>
        <p:spPr>
          <a:xfrm>
            <a:off x="13286232" y="4645152"/>
            <a:ext cx="1234440" cy="576072"/>
          </a:xfrm>
          <a:prstGeom prst="rect">
            <a:avLst/>
          </a:prstGeom>
          <a:solidFill>
            <a:srgbClr val="F6F8FA"/>
          </a:solidFill>
          <a:ln w="11430">
            <a:solidFill>
              <a:srgbClr val="667785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r = h₂₀⁽²⁾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64维表征</a:t>
            </a:r>
            <a:endParaRPr lang="zh-CN" sz="1300"/>
          </a:p>
        </p:txBody>
      </p:sp>
      <p:cxnSp>
        <p:nvCxnSpPr>
          <p:cNvPr id="609" name="连接线 609"/>
          <p:cNvCxnSpPr/>
          <p:nvPr/>
        </p:nvCxnSpPr>
        <p:spPr>
          <a:xfrm>
            <a:off x="12819888" y="4933188"/>
            <a:ext cx="466344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610" name="64 → 32 + ReLU"/>
          <p:cNvSpPr/>
          <p:nvPr/>
        </p:nvSpPr>
        <p:spPr>
          <a:xfrm>
            <a:off x="14977872" y="4572000"/>
            <a:ext cx="2441448" cy="960120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64 → 32 + ReLU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Dropout 0.3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32 → 1 + Sigmoid</a:t>
            </a:r>
            <a:endParaRPr lang="zh-CN" sz="1300"/>
          </a:p>
        </p:txBody>
      </p:sp>
      <p:cxnSp>
        <p:nvCxnSpPr>
          <p:cNvPr id="611" name="连接线 611"/>
          <p:cNvCxnSpPr/>
          <p:nvPr/>
        </p:nvCxnSpPr>
        <p:spPr>
          <a:xfrm>
            <a:off x="14520672" y="4933188"/>
            <a:ext cx="457200" cy="1"/>
          </a:xfrm>
          <a:prstGeom prst="line">
            <a:avLst/>
          </a:prstGeom>
          <a:ln w="15240">
            <a:solidFill>
              <a:srgbClr val="667785"/>
            </a:solidFill>
            <a:tailEnd type="triangle" w="sm" len="sm"/>
          </a:ln>
        </p:spPr>
      </p:cxnSp>
      <p:sp>
        <p:nvSpPr>
          <p:cNvPr id="612" name="未来1 s碰撞风险"/>
          <p:cNvSpPr/>
          <p:nvPr/>
        </p:nvSpPr>
        <p:spPr>
          <a:xfrm>
            <a:off x="14977872" y="5742432"/>
            <a:ext cx="2441448" cy="475488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未来1 s碰撞风险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pₜ ∈ [0,1]</a:t>
            </a:r>
            <a:endParaRPr lang="zh-CN" sz="1300"/>
          </a:p>
        </p:txBody>
      </p:sp>
      <p:cxnSp>
        <p:nvCxnSpPr>
          <p:cNvPr id="613" name="连接线 613"/>
          <p:cNvCxnSpPr/>
          <p:nvPr/>
        </p:nvCxnSpPr>
        <p:spPr>
          <a:xfrm>
            <a:off x="16198596" y="5532120"/>
            <a:ext cx="1" cy="210312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614" name="连接线 614"/>
          <p:cNvCxnSpPr/>
          <p:nvPr/>
        </p:nvCxnSpPr>
        <p:spPr>
          <a:xfrm>
            <a:off x="12380976" y="2560320"/>
            <a:ext cx="603504" cy="1"/>
          </a:xfrm>
          <a:prstGeom prst="line">
            <a:avLst/>
          </a:prstGeom>
          <a:ln w="15240">
            <a:solidFill>
              <a:srgbClr val="986344"/>
            </a:solidFill>
          </a:ln>
        </p:spPr>
      </p:cxnSp>
      <p:cxnSp>
        <p:nvCxnSpPr>
          <p:cNvPr id="615" name="连接线 615"/>
          <p:cNvCxnSpPr/>
          <p:nvPr/>
        </p:nvCxnSpPr>
        <p:spPr>
          <a:xfrm>
            <a:off x="12984480" y="2560320"/>
            <a:ext cx="1" cy="1088136"/>
          </a:xfrm>
          <a:prstGeom prst="line">
            <a:avLst/>
          </a:prstGeom>
          <a:ln w="15240">
            <a:solidFill>
              <a:srgbClr val="986344"/>
            </a:solidFill>
          </a:ln>
        </p:spPr>
      </p:cxnSp>
      <p:cxnSp>
        <p:nvCxnSpPr>
          <p:cNvPr id="616" name="连接线 616"/>
          <p:cNvCxnSpPr/>
          <p:nvPr/>
        </p:nvCxnSpPr>
        <p:spPr>
          <a:xfrm>
            <a:off x="12984480" y="3648456"/>
            <a:ext cx="4572000" cy="1"/>
          </a:xfrm>
          <a:prstGeom prst="line">
            <a:avLst/>
          </a:prstGeom>
          <a:ln w="15240">
            <a:solidFill>
              <a:srgbClr val="986344"/>
            </a:solidFill>
          </a:ln>
        </p:spPr>
      </p:cxnSp>
      <p:cxnSp>
        <p:nvCxnSpPr>
          <p:cNvPr id="617" name="连接线 617"/>
          <p:cNvCxnSpPr/>
          <p:nvPr/>
        </p:nvCxnSpPr>
        <p:spPr>
          <a:xfrm>
            <a:off x="17556480" y="3648456"/>
            <a:ext cx="1" cy="3227832"/>
          </a:xfrm>
          <a:prstGeom prst="line">
            <a:avLst/>
          </a:prstGeom>
          <a:ln w="15240">
            <a:solidFill>
              <a:srgbClr val="986344"/>
            </a:solidFill>
          </a:ln>
        </p:spPr>
      </p:cxnSp>
      <p:cxnSp>
        <p:nvCxnSpPr>
          <p:cNvPr id="618" name="连接线 618"/>
          <p:cNvCxnSpPr/>
          <p:nvPr/>
        </p:nvCxnSpPr>
        <p:spPr>
          <a:xfrm flipH="1">
            <a:off x="2798064" y="6876288"/>
            <a:ext cx="14758416" cy="1"/>
          </a:xfrm>
          <a:prstGeom prst="line">
            <a:avLst/>
          </a:prstGeom>
          <a:ln w="15240">
            <a:solidFill>
              <a:srgbClr val="986344"/>
            </a:solidFill>
          </a:ln>
        </p:spPr>
      </p:cxnSp>
      <p:cxnSp>
        <p:nvCxnSpPr>
          <p:cNvPr id="619" name="连接线 619"/>
          <p:cNvCxnSpPr/>
          <p:nvPr/>
        </p:nvCxnSpPr>
        <p:spPr>
          <a:xfrm flipV="1">
            <a:off x="2798064" y="6729984"/>
            <a:ext cx="1" cy="146304"/>
          </a:xfrm>
          <a:prstGeom prst="line">
            <a:avLst/>
          </a:prstGeom>
          <a:ln w="15240">
            <a:solidFill>
              <a:srgbClr val="986344"/>
            </a:solidFill>
            <a:tailEnd type="triangle" w="sm" len="sm"/>
          </a:ln>
        </p:spPr>
      </p:cxnSp>
      <p:cxnSp>
        <p:nvCxnSpPr>
          <p:cNvPr id="620" name="连接线 620"/>
          <p:cNvCxnSpPr/>
          <p:nvPr/>
        </p:nvCxnSpPr>
        <p:spPr>
          <a:xfrm flipV="1">
            <a:off x="5458968" y="6729984"/>
            <a:ext cx="1" cy="146304"/>
          </a:xfrm>
          <a:prstGeom prst="line">
            <a:avLst/>
          </a:prstGeom>
          <a:ln w="15240">
            <a:solidFill>
              <a:srgbClr val="986344"/>
            </a:solidFill>
            <a:tailEnd type="triangle" w="sm" len="sm"/>
          </a:ln>
        </p:spPr>
      </p:cxnSp>
      <p:cxnSp>
        <p:nvCxnSpPr>
          <p:cNvPr id="621" name="连接线 621"/>
          <p:cNvCxnSpPr/>
          <p:nvPr/>
        </p:nvCxnSpPr>
        <p:spPr>
          <a:xfrm flipV="1">
            <a:off x="9381744" y="6729984"/>
            <a:ext cx="1" cy="146304"/>
          </a:xfrm>
          <a:prstGeom prst="line">
            <a:avLst/>
          </a:prstGeom>
          <a:ln w="15240">
            <a:solidFill>
              <a:srgbClr val="986344"/>
            </a:solidFill>
            <a:tailEnd type="triangle" w="sm" len="sm"/>
          </a:ln>
        </p:spPr>
      </p:cxnSp>
      <p:cxnSp>
        <p:nvCxnSpPr>
          <p:cNvPr id="622" name="连接线 622"/>
          <p:cNvCxnSpPr/>
          <p:nvPr/>
        </p:nvCxnSpPr>
        <p:spPr>
          <a:xfrm flipV="1">
            <a:off x="12262104" y="6729984"/>
            <a:ext cx="1" cy="146304"/>
          </a:xfrm>
          <a:prstGeom prst="line">
            <a:avLst/>
          </a:prstGeom>
          <a:ln w="15240">
            <a:solidFill>
              <a:srgbClr val="986344"/>
            </a:solidFill>
            <a:tailEnd type="triangle" w="sm" len="sm"/>
          </a:ln>
        </p:spPr>
      </p:cxnSp>
      <p:sp>
        <p:nvSpPr>
          <p:cNvPr id="623" name="共享序列输入：k = 1, …, 20"/>
          <p:cNvSpPr/>
          <p:nvPr/>
        </p:nvSpPr>
        <p:spPr>
          <a:xfrm>
            <a:off x="13222224" y="6419088"/>
            <a:ext cx="3685032" cy="24688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986344"/>
                </a:solidFill>
                <a:latin typeface="Times New Roman"/>
                <a:ea typeface="宋体"/>
                <a:cs typeface="Times New Roman"/>
              </a:rPr>
              <a:t>共享序列输入：k = 1, …, 20</a:t>
            </a:r>
            <a:endParaRPr lang="zh-CN" sz="1100"/>
          </a:p>
        </p:txBody>
      </p:sp>
      <p:sp>
        <p:nvSpPr>
          <p:cNvPr id="624" name="形状 624"/>
          <p:cNvSpPr/>
          <p:nvPr/>
        </p:nvSpPr>
        <p:spPr>
          <a:xfrm>
            <a:off x="502920" y="7269480"/>
            <a:ext cx="17282160" cy="2624328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25" name="(c) LSTM单元内部：遗忘、写入与输出共同控制记忆更新（第1层单元示意；第2"/>
          <p:cNvSpPr/>
          <p:nvPr/>
        </p:nvSpPr>
        <p:spPr>
          <a:xfrm>
            <a:off x="667512" y="7360920"/>
            <a:ext cx="16952976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(c) LSTM单元内部：遗忘、写入与输出共同控制记忆更新（第1层单元示意；第2层结构相同）</a:t>
            </a:r>
            <a:endParaRPr lang="zh-CN" sz="1600"/>
          </a:p>
        </p:txBody>
      </p:sp>
      <p:cxnSp>
        <p:nvCxnSpPr>
          <p:cNvPr id="626" name="连接线 626"/>
          <p:cNvCxnSpPr/>
          <p:nvPr/>
        </p:nvCxnSpPr>
        <p:spPr>
          <a:xfrm>
            <a:off x="667512" y="7754112"/>
            <a:ext cx="16952976" cy="1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627" name="cₖ₋₁"/>
          <p:cNvSpPr/>
          <p:nvPr/>
        </p:nvSpPr>
        <p:spPr>
          <a:xfrm>
            <a:off x="731520" y="7991856"/>
            <a:ext cx="923544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cₖ₋₁</a:t>
            </a:r>
            <a:endParaRPr lang="zh-CN" sz="1400"/>
          </a:p>
        </p:txBody>
      </p:sp>
      <p:cxnSp>
        <p:nvCxnSpPr>
          <p:cNvPr id="628" name="连接线 628"/>
          <p:cNvCxnSpPr/>
          <p:nvPr/>
        </p:nvCxnSpPr>
        <p:spPr>
          <a:xfrm>
            <a:off x="1636776" y="8147304"/>
            <a:ext cx="1440180" cy="1"/>
          </a:xfrm>
          <a:prstGeom prst="line">
            <a:avLst/>
          </a:prstGeom>
          <a:ln w="20955">
            <a:solidFill>
              <a:srgbClr val="39766C"/>
            </a:solidFill>
            <a:tailEnd type="triangle" w="sm" len="sm"/>
          </a:ln>
        </p:spPr>
      </p:cxnSp>
      <p:sp>
        <p:nvSpPr>
          <p:cNvPr id="629" name="⊙"/>
          <p:cNvSpPr/>
          <p:nvPr/>
        </p:nvSpPr>
        <p:spPr>
          <a:xfrm>
            <a:off x="3076956" y="7996428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400"/>
          </a:p>
        </p:txBody>
      </p:sp>
      <p:cxnSp>
        <p:nvCxnSpPr>
          <p:cNvPr id="630" name="连接线 630"/>
          <p:cNvCxnSpPr/>
          <p:nvPr/>
        </p:nvCxnSpPr>
        <p:spPr>
          <a:xfrm>
            <a:off x="3378708" y="8147304"/>
            <a:ext cx="2468880" cy="1"/>
          </a:xfrm>
          <a:prstGeom prst="line">
            <a:avLst/>
          </a:prstGeom>
          <a:ln w="20955">
            <a:solidFill>
              <a:srgbClr val="39766C"/>
            </a:solidFill>
            <a:tailEnd type="triangle" w="sm" len="sm"/>
          </a:ln>
        </p:spPr>
      </p:cxnSp>
      <p:sp>
        <p:nvSpPr>
          <p:cNvPr id="631" name="+"/>
          <p:cNvSpPr/>
          <p:nvPr/>
        </p:nvSpPr>
        <p:spPr>
          <a:xfrm>
            <a:off x="5847588" y="7996428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+</a:t>
            </a:r>
            <a:endParaRPr lang="zh-CN" sz="1400"/>
          </a:p>
        </p:txBody>
      </p:sp>
      <p:cxnSp>
        <p:nvCxnSpPr>
          <p:cNvPr id="632" name="连接线 632"/>
          <p:cNvCxnSpPr/>
          <p:nvPr/>
        </p:nvCxnSpPr>
        <p:spPr>
          <a:xfrm>
            <a:off x="6149340" y="8147304"/>
            <a:ext cx="4905756" cy="1"/>
          </a:xfrm>
          <a:prstGeom prst="line">
            <a:avLst/>
          </a:prstGeom>
          <a:ln w="20955">
            <a:solidFill>
              <a:srgbClr val="39766C"/>
            </a:solidFill>
            <a:tailEnd type="triangle" w="sm" len="sm"/>
          </a:ln>
        </p:spPr>
      </p:cxnSp>
      <p:sp>
        <p:nvSpPr>
          <p:cNvPr id="633" name="cₖ"/>
          <p:cNvSpPr/>
          <p:nvPr/>
        </p:nvSpPr>
        <p:spPr>
          <a:xfrm>
            <a:off x="11064240" y="7991856"/>
            <a:ext cx="475488" cy="24688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cₖ</a:t>
            </a:r>
            <a:endParaRPr lang="zh-CN" sz="1400"/>
          </a:p>
        </p:txBody>
      </p:sp>
      <p:sp>
        <p:nvSpPr>
          <p:cNvPr id="634" name="遗忘门"/>
          <p:cNvSpPr/>
          <p:nvPr/>
        </p:nvSpPr>
        <p:spPr>
          <a:xfrm>
            <a:off x="2788920" y="8833104"/>
            <a:ext cx="877824" cy="402336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遗忘门</a:t>
            </a:r>
            <a:endParaRPr lang="zh-CN" sz="1000"/>
          </a:p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σ</a:t>
            </a:r>
            <a:endParaRPr lang="zh-CN" sz="1000"/>
          </a:p>
        </p:txBody>
      </p:sp>
      <p:cxnSp>
        <p:nvCxnSpPr>
          <p:cNvPr id="635" name="连接线 635"/>
          <p:cNvCxnSpPr/>
          <p:nvPr/>
        </p:nvCxnSpPr>
        <p:spPr>
          <a:xfrm flipV="1">
            <a:off x="3227832" y="9235440"/>
            <a:ext cx="1" cy="356616"/>
          </a:xfrm>
          <a:prstGeom prst="line">
            <a:avLst/>
          </a:prstGeom>
          <a:ln w="11430">
            <a:solidFill>
              <a:srgbClr val="5C6974"/>
            </a:solidFill>
            <a:tailEnd type="triangle" w="sm" len="sm"/>
          </a:ln>
        </p:spPr>
      </p:cxnSp>
      <p:sp>
        <p:nvSpPr>
          <p:cNvPr id="636" name="fₖ"/>
          <p:cNvSpPr/>
          <p:nvPr/>
        </p:nvSpPr>
        <p:spPr>
          <a:xfrm>
            <a:off x="2935224" y="8577072"/>
            <a:ext cx="585216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fₖ</a:t>
            </a:r>
            <a:endParaRPr lang="zh-CN" sz="1100"/>
          </a:p>
        </p:txBody>
      </p:sp>
      <p:sp>
        <p:nvSpPr>
          <p:cNvPr id="637" name="输入门"/>
          <p:cNvSpPr/>
          <p:nvPr/>
        </p:nvSpPr>
        <p:spPr>
          <a:xfrm>
            <a:off x="4224528" y="8833104"/>
            <a:ext cx="877824" cy="402336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输入门</a:t>
            </a:r>
            <a:endParaRPr lang="zh-CN" sz="1000"/>
          </a:p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σ</a:t>
            </a:r>
            <a:endParaRPr lang="zh-CN" sz="1000"/>
          </a:p>
        </p:txBody>
      </p:sp>
      <p:cxnSp>
        <p:nvCxnSpPr>
          <p:cNvPr id="638" name="连接线 638"/>
          <p:cNvCxnSpPr/>
          <p:nvPr/>
        </p:nvCxnSpPr>
        <p:spPr>
          <a:xfrm flipV="1">
            <a:off x="4663440" y="9235440"/>
            <a:ext cx="1" cy="356616"/>
          </a:xfrm>
          <a:prstGeom prst="line">
            <a:avLst/>
          </a:prstGeom>
          <a:ln w="11430">
            <a:solidFill>
              <a:srgbClr val="5C6974"/>
            </a:solidFill>
            <a:tailEnd type="triangle" w="sm" len="sm"/>
          </a:ln>
        </p:spPr>
      </p:cxnSp>
      <p:sp>
        <p:nvSpPr>
          <p:cNvPr id="639" name="iₖ"/>
          <p:cNvSpPr/>
          <p:nvPr/>
        </p:nvSpPr>
        <p:spPr>
          <a:xfrm>
            <a:off x="4370832" y="8577072"/>
            <a:ext cx="585216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iₖ</a:t>
            </a:r>
            <a:endParaRPr lang="zh-CN" sz="1100"/>
          </a:p>
        </p:txBody>
      </p:sp>
      <p:sp>
        <p:nvSpPr>
          <p:cNvPr id="640" name="候选记忆"/>
          <p:cNvSpPr/>
          <p:nvPr/>
        </p:nvSpPr>
        <p:spPr>
          <a:xfrm>
            <a:off x="5577840" y="8833104"/>
            <a:ext cx="941832" cy="402336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候选记忆</a:t>
            </a:r>
            <a:endParaRPr lang="zh-CN" sz="1000"/>
          </a:p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tanh</a:t>
            </a:r>
            <a:endParaRPr lang="zh-CN" sz="1000"/>
          </a:p>
        </p:txBody>
      </p:sp>
      <p:cxnSp>
        <p:nvCxnSpPr>
          <p:cNvPr id="641" name="连接线 641"/>
          <p:cNvCxnSpPr/>
          <p:nvPr/>
        </p:nvCxnSpPr>
        <p:spPr>
          <a:xfrm flipV="1">
            <a:off x="6048756" y="9235440"/>
            <a:ext cx="1" cy="356616"/>
          </a:xfrm>
          <a:prstGeom prst="line">
            <a:avLst/>
          </a:prstGeom>
          <a:ln w="11430">
            <a:solidFill>
              <a:srgbClr val="5C6974"/>
            </a:solidFill>
            <a:tailEnd type="triangle" w="sm" len="sm"/>
          </a:ln>
        </p:spPr>
      </p:cxnSp>
      <p:sp>
        <p:nvSpPr>
          <p:cNvPr id="642" name="gₖ"/>
          <p:cNvSpPr/>
          <p:nvPr/>
        </p:nvSpPr>
        <p:spPr>
          <a:xfrm>
            <a:off x="5724144" y="8577072"/>
            <a:ext cx="649224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gₖ</a:t>
            </a:r>
            <a:endParaRPr lang="zh-CN" sz="1100"/>
          </a:p>
        </p:txBody>
      </p:sp>
      <p:sp>
        <p:nvSpPr>
          <p:cNvPr id="643" name="输出门"/>
          <p:cNvSpPr/>
          <p:nvPr/>
        </p:nvSpPr>
        <p:spPr>
          <a:xfrm>
            <a:off x="7680960" y="8833104"/>
            <a:ext cx="941832" cy="402336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输出门</a:t>
            </a:r>
            <a:endParaRPr lang="zh-CN" sz="1000"/>
          </a:p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σ</a:t>
            </a:r>
            <a:endParaRPr lang="zh-CN" sz="1000"/>
          </a:p>
        </p:txBody>
      </p:sp>
      <p:cxnSp>
        <p:nvCxnSpPr>
          <p:cNvPr id="644" name="连接线 644"/>
          <p:cNvCxnSpPr/>
          <p:nvPr/>
        </p:nvCxnSpPr>
        <p:spPr>
          <a:xfrm flipV="1">
            <a:off x="8151876" y="9235440"/>
            <a:ext cx="1" cy="356616"/>
          </a:xfrm>
          <a:prstGeom prst="line">
            <a:avLst/>
          </a:prstGeom>
          <a:ln w="11430">
            <a:solidFill>
              <a:srgbClr val="5C6974"/>
            </a:solidFill>
            <a:tailEnd type="triangle" w="sm" len="sm"/>
          </a:ln>
        </p:spPr>
      </p:cxnSp>
      <p:sp>
        <p:nvSpPr>
          <p:cNvPr id="645" name="oₖ"/>
          <p:cNvSpPr/>
          <p:nvPr/>
        </p:nvSpPr>
        <p:spPr>
          <a:xfrm>
            <a:off x="7827264" y="8577072"/>
            <a:ext cx="649224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oₖ</a:t>
            </a:r>
            <a:endParaRPr lang="zh-CN" sz="1100"/>
          </a:p>
        </p:txBody>
      </p:sp>
      <p:cxnSp>
        <p:nvCxnSpPr>
          <p:cNvPr id="646" name="连接线 646"/>
          <p:cNvCxnSpPr/>
          <p:nvPr/>
        </p:nvCxnSpPr>
        <p:spPr>
          <a:xfrm flipV="1">
            <a:off x="3227832" y="8298180"/>
            <a:ext cx="1" cy="534924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647" name="⊙"/>
          <p:cNvSpPr/>
          <p:nvPr/>
        </p:nvSpPr>
        <p:spPr>
          <a:xfrm>
            <a:off x="5253228" y="8417052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400"/>
          </a:p>
        </p:txBody>
      </p:sp>
      <p:cxnSp>
        <p:nvCxnSpPr>
          <p:cNvPr id="648" name="连接线 648"/>
          <p:cNvCxnSpPr/>
          <p:nvPr/>
        </p:nvCxnSpPr>
        <p:spPr>
          <a:xfrm flipV="1">
            <a:off x="4663440" y="8567928"/>
            <a:ext cx="1" cy="265176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649" name="连接线 649"/>
          <p:cNvCxnSpPr/>
          <p:nvPr/>
        </p:nvCxnSpPr>
        <p:spPr>
          <a:xfrm>
            <a:off x="4663440" y="8567928"/>
            <a:ext cx="589788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650" name="连接线 650"/>
          <p:cNvCxnSpPr/>
          <p:nvPr/>
        </p:nvCxnSpPr>
        <p:spPr>
          <a:xfrm flipV="1">
            <a:off x="6048756" y="8567928"/>
            <a:ext cx="1" cy="265176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651" name="连接线 651"/>
          <p:cNvCxnSpPr/>
          <p:nvPr/>
        </p:nvCxnSpPr>
        <p:spPr>
          <a:xfrm flipH="1">
            <a:off x="5554980" y="8567928"/>
            <a:ext cx="493776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652" name="连接线 652"/>
          <p:cNvCxnSpPr/>
          <p:nvPr/>
        </p:nvCxnSpPr>
        <p:spPr>
          <a:xfrm flipV="1">
            <a:off x="5404104" y="8321040"/>
            <a:ext cx="1" cy="96012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653" name="连接线 653"/>
          <p:cNvCxnSpPr/>
          <p:nvPr/>
        </p:nvCxnSpPr>
        <p:spPr>
          <a:xfrm>
            <a:off x="5404104" y="8321040"/>
            <a:ext cx="594360" cy="1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654" name="连接线 654"/>
          <p:cNvCxnSpPr/>
          <p:nvPr/>
        </p:nvCxnSpPr>
        <p:spPr>
          <a:xfrm flipV="1">
            <a:off x="5998464" y="8298180"/>
            <a:ext cx="1" cy="22860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655" name="tanh"/>
          <p:cNvSpPr/>
          <p:nvPr/>
        </p:nvSpPr>
        <p:spPr>
          <a:xfrm>
            <a:off x="9061704" y="8366760"/>
            <a:ext cx="612648" cy="292608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tanh</a:t>
            </a:r>
            <a:endParaRPr lang="zh-CN" sz="1200"/>
          </a:p>
        </p:txBody>
      </p:sp>
      <p:cxnSp>
        <p:nvCxnSpPr>
          <p:cNvPr id="656" name="连接线 656"/>
          <p:cNvCxnSpPr/>
          <p:nvPr/>
        </p:nvCxnSpPr>
        <p:spPr>
          <a:xfrm>
            <a:off x="9368028" y="8147304"/>
            <a:ext cx="1" cy="219456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657" name="⊙"/>
          <p:cNvSpPr/>
          <p:nvPr/>
        </p:nvSpPr>
        <p:spPr>
          <a:xfrm>
            <a:off x="9217152" y="8855964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400"/>
          </a:p>
        </p:txBody>
      </p:sp>
      <p:cxnSp>
        <p:nvCxnSpPr>
          <p:cNvPr id="658" name="连接线 658"/>
          <p:cNvCxnSpPr/>
          <p:nvPr/>
        </p:nvCxnSpPr>
        <p:spPr>
          <a:xfrm>
            <a:off x="9368028" y="8659368"/>
            <a:ext cx="1" cy="196596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659" name="连接线 659"/>
          <p:cNvCxnSpPr/>
          <p:nvPr/>
        </p:nvCxnSpPr>
        <p:spPr>
          <a:xfrm>
            <a:off x="8622792" y="9034272"/>
            <a:ext cx="329184" cy="1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660" name="连接线 660"/>
          <p:cNvCxnSpPr/>
          <p:nvPr/>
        </p:nvCxnSpPr>
        <p:spPr>
          <a:xfrm flipV="1">
            <a:off x="8951976" y="9006840"/>
            <a:ext cx="1" cy="27432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661" name="连接线 661"/>
          <p:cNvCxnSpPr/>
          <p:nvPr/>
        </p:nvCxnSpPr>
        <p:spPr>
          <a:xfrm>
            <a:off x="8951976" y="9006840"/>
            <a:ext cx="265176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662" name="连接线 662"/>
          <p:cNvCxnSpPr/>
          <p:nvPr/>
        </p:nvCxnSpPr>
        <p:spPr>
          <a:xfrm>
            <a:off x="9518904" y="9006840"/>
            <a:ext cx="1536192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663" name="hₖ"/>
          <p:cNvSpPr/>
          <p:nvPr/>
        </p:nvSpPr>
        <p:spPr>
          <a:xfrm>
            <a:off x="11064240" y="8842248"/>
            <a:ext cx="475488" cy="24688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hₖ</a:t>
            </a:r>
            <a:endParaRPr lang="zh-CN" sz="1400"/>
          </a:p>
        </p:txBody>
      </p:sp>
      <p:sp>
        <p:nvSpPr>
          <p:cNvPr id="664" name="hₖ₋₁, ξₖ"/>
          <p:cNvSpPr/>
          <p:nvPr/>
        </p:nvSpPr>
        <p:spPr>
          <a:xfrm>
            <a:off x="731520" y="9418320"/>
            <a:ext cx="914400" cy="21945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hₖ₋₁, ξₖ</a:t>
            </a:r>
            <a:endParaRPr lang="zh-CN" sz="1200"/>
          </a:p>
        </p:txBody>
      </p:sp>
      <p:sp>
        <p:nvSpPr>
          <p:cNvPr id="665" name="拼接 uₖ"/>
          <p:cNvSpPr/>
          <p:nvPr/>
        </p:nvSpPr>
        <p:spPr>
          <a:xfrm>
            <a:off x="1764792" y="9345168"/>
            <a:ext cx="960120" cy="411480"/>
          </a:xfrm>
          <a:prstGeom prst="rect">
            <a:avLst/>
          </a:prstGeom>
          <a:solidFill>
            <a:srgbClr val="F6F8FA"/>
          </a:solidFill>
          <a:ln w="11430">
            <a:solidFill>
              <a:srgbClr val="667785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拼接 uₖ</a:t>
            </a:r>
            <a:endParaRPr lang="zh-CN" sz="1100"/>
          </a:p>
        </p:txBody>
      </p:sp>
      <p:cxnSp>
        <p:nvCxnSpPr>
          <p:cNvPr id="666" name="连接线 666"/>
          <p:cNvCxnSpPr/>
          <p:nvPr/>
        </p:nvCxnSpPr>
        <p:spPr>
          <a:xfrm>
            <a:off x="1481328" y="9550908"/>
            <a:ext cx="283464" cy="1"/>
          </a:xfrm>
          <a:prstGeom prst="line">
            <a:avLst/>
          </a:prstGeom>
          <a:ln w="15240">
            <a:solidFill>
              <a:srgbClr val="5C6974"/>
            </a:solidFill>
            <a:tailEnd type="triangle" w="sm" len="sm"/>
          </a:ln>
        </p:spPr>
      </p:cxnSp>
      <p:cxnSp>
        <p:nvCxnSpPr>
          <p:cNvPr id="667" name="连接线 667"/>
          <p:cNvCxnSpPr/>
          <p:nvPr/>
        </p:nvCxnSpPr>
        <p:spPr>
          <a:xfrm>
            <a:off x="2724912" y="9550908"/>
            <a:ext cx="5426964" cy="1"/>
          </a:xfrm>
          <a:prstGeom prst="line">
            <a:avLst/>
          </a:prstGeom>
          <a:ln w="12700">
            <a:solidFill>
              <a:srgbClr val="667785"/>
            </a:solidFill>
          </a:ln>
        </p:spPr>
      </p:cxnSp>
      <p:cxnSp>
        <p:nvCxnSpPr>
          <p:cNvPr id="668" name="连接线 668"/>
          <p:cNvCxnSpPr/>
          <p:nvPr/>
        </p:nvCxnSpPr>
        <p:spPr>
          <a:xfrm>
            <a:off x="11859768" y="7827264"/>
            <a:ext cx="1" cy="1892808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669" name="fₖ = σ(Wf uₖ + bf)"/>
          <p:cNvSpPr/>
          <p:nvPr/>
        </p:nvSpPr>
        <p:spPr>
          <a:xfrm>
            <a:off x="12097512" y="7827264"/>
            <a:ext cx="529437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fₖ = σ(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f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 uₖ + 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b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f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)</a:t>
            </a:r>
            <a:endParaRPr lang="zh-CN" sz="1300"/>
          </a:p>
        </p:txBody>
      </p:sp>
      <p:sp>
        <p:nvSpPr>
          <p:cNvPr id="670" name="iₖ = σ(Wi uₖ + bi)"/>
          <p:cNvSpPr/>
          <p:nvPr/>
        </p:nvSpPr>
        <p:spPr>
          <a:xfrm>
            <a:off x="12097512" y="8101584"/>
            <a:ext cx="529437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iₖ = σ(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i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 uₖ + 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b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i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)</a:t>
            </a:r>
            <a:endParaRPr lang="zh-CN" sz="1300"/>
          </a:p>
        </p:txBody>
      </p:sp>
      <p:sp>
        <p:nvSpPr>
          <p:cNvPr id="671" name="gₖ = tanh(Wg uₖ + bg)"/>
          <p:cNvSpPr/>
          <p:nvPr/>
        </p:nvSpPr>
        <p:spPr>
          <a:xfrm>
            <a:off x="12097512" y="8375904"/>
            <a:ext cx="529437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gₖ = tanh(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g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 uₖ + 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b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g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)</a:t>
            </a:r>
            <a:endParaRPr lang="zh-CN" sz="1300"/>
          </a:p>
        </p:txBody>
      </p:sp>
      <p:sp>
        <p:nvSpPr>
          <p:cNvPr id="672" name="oₖ = σ(Wo uₖ + bo)"/>
          <p:cNvSpPr/>
          <p:nvPr/>
        </p:nvSpPr>
        <p:spPr>
          <a:xfrm>
            <a:off x="12097512" y="8650224"/>
            <a:ext cx="529437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oₖ = σ(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o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 uₖ + 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b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o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)</a:t>
            </a:r>
            <a:endParaRPr lang="zh-CN" sz="1300"/>
          </a:p>
        </p:txBody>
      </p:sp>
      <p:sp>
        <p:nvSpPr>
          <p:cNvPr id="673" name="cₖ = fₖ ⊙ cₖ₋₁ + iₖ ⊙ gₖ"/>
          <p:cNvSpPr/>
          <p:nvPr/>
        </p:nvSpPr>
        <p:spPr>
          <a:xfrm>
            <a:off x="12097512" y="8924544"/>
            <a:ext cx="529437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cₖ = fₖ ⊙ cₖ₋₁ + iₖ ⊙ gₖ</a:t>
            </a:r>
            <a:endParaRPr lang="zh-CN" sz="1300"/>
          </a:p>
        </p:txBody>
      </p:sp>
      <p:sp>
        <p:nvSpPr>
          <p:cNvPr id="674" name="hₖ = oₖ ⊙ tanh(cₖ)"/>
          <p:cNvSpPr/>
          <p:nvPr/>
        </p:nvSpPr>
        <p:spPr>
          <a:xfrm>
            <a:off x="12097512" y="9198864"/>
            <a:ext cx="529437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hₖ = oₖ ⊙ tanh(cₖ)</a:t>
            </a:r>
            <a:endParaRPr lang="zh-CN" sz="1300"/>
          </a:p>
        </p:txBody>
      </p:sp>
      <p:sp>
        <p:nvSpPr>
          <p:cNvPr id="675" name="ξₖ = xₖʷ（第1层）；第2层接收第1层输出"/>
          <p:cNvSpPr/>
          <p:nvPr/>
        </p:nvSpPr>
        <p:spPr>
          <a:xfrm>
            <a:off x="12097512" y="9518904"/>
            <a:ext cx="5294376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000" b="0" i="0">
                <a:solidFill>
                  <a:srgbClr val="5C6974"/>
                </a:solidFill>
                <a:latin typeface="Cambria Math"/>
                <a:ea typeface="宋体"/>
                <a:cs typeface="Times New Roman"/>
              </a:rPr>
              <a:t>ξₖ = xₖʷ（第1层）；第2层接收第1层输出</a:t>
            </a:r>
            <a:endParaRPr lang="zh-CN" sz="1000"/>
          </a:p>
        </p:txBody>
      </p:sp>
      <p:sp>
        <p:nvSpPr>
          <p:cNvPr id="676" name="矩阵着色仅作结构示意；平均门控值表示特征保留程度。全部形状、矩阵单元、连线与文字"/>
          <p:cNvSpPr/>
          <p:nvPr/>
        </p:nvSpPr>
        <p:spPr>
          <a:xfrm>
            <a:off x="530352" y="10049256"/>
            <a:ext cx="17227296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0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矩阵着色仅作结构示意；平均门控值表示特征保留程度。全部形状、矩阵单元、连线与文字均可编辑。</a:t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">
  <a:themeElements>
    <a:clrScheme name="Academic">
      <a:dk1>
        <a:srgbClr val="23323D"/>
      </a:dk1>
      <a:lt1>
        <a:srgbClr val="FFFFFF"/>
      </a:lt1>
      <a:dk2>
        <a:srgbClr val="5C6974"/>
      </a:dk2>
      <a:lt2>
        <a:srgbClr val="F6F8FA"/>
      </a:lt2>
      <a:accent1>
        <a:srgbClr val="315F82"/>
      </a:accent1>
      <a:accent2>
        <a:srgbClr val="39766C"/>
      </a:accent2>
      <a:accent3>
        <a:srgbClr val="986344"/>
      </a:accent3>
      <a:accent4>
        <a:srgbClr val="8197A8"/>
      </a:accent4>
      <a:accent5>
        <a:srgbClr val="9CAFA3"/>
      </a:accent5>
      <a:accent6>
        <a:srgbClr val="BBA78D"/>
      </a:accent6>
      <a:hlink>
        <a:srgbClr val="315F82"/>
      </a:hlink>
      <a:folHlink>
        <a:srgbClr val="986344"/>
      </a:folHlink>
    </a:clrScheme>
    <a:fontScheme name="Academic">
      <a:majorFont>
        <a:latin typeface="Times New Roman"/>
        <a:ea typeface="宋体"/>
        <a:cs typeface="Times New Roman"/>
      </a:majorFont>
      <a:minorFont>
        <a:latin typeface="Times New Roman"/>
        <a:ea typeface="宋体"/>
        <a:cs typeface="Times New Roman"/>
      </a:minorFont>
    </a:fontScheme>
    <a:fmtScheme name="Academ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Editable Scientific Diagram</ns0:Application>
  <ns0:Slides>1</ns0:Slides>
  <ns0:PresentationFormat>Custom 16:9</ns0:PresentationFormat>
</ns0:Properties>
</file>

<file path=docProps/core.xml><?xml version="1.0" encoding="utf-8"?>
<cp:coreProperties xmlns:cp="http://schemas.openxmlformats.org/package/2006/metadata/core-properties" xmlns:dc="http://purl.org/dc/elements/1.1/">
  <dc:title>Attention-LSTM空中核心模型技术图</dc:title>
  <dc:creator>INTENTRA-X</dc:creator>
  <dc:description>Native editable shapes, text and connectors; verified against the 12-feature model.</dc:description>
</cp:coreProperties>
</file>